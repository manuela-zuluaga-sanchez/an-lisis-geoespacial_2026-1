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2" r:id="rId2"/>
    <p:sldId id="266" r:id="rId3"/>
    <p:sldId id="267" r:id="rId4"/>
    <p:sldId id="274" r:id="rId5"/>
    <p:sldId id="268" r:id="rId6"/>
    <p:sldId id="269" r:id="rId7"/>
    <p:sldId id="275" r:id="rId8"/>
    <p:sldId id="276" r:id="rId9"/>
    <p:sldId id="277" r:id="rId10"/>
    <p:sldId id="278" r:id="rId11"/>
    <p:sldId id="270" r:id="rId12"/>
    <p:sldId id="279" r:id="rId13"/>
    <p:sldId id="280" r:id="rId14"/>
    <p:sldId id="271" r:id="rId15"/>
    <p:sldId id="273" r:id="rId16"/>
    <p:sldId id="281" r:id="rId17"/>
    <p:sldId id="282" r:id="rId1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D794C5-1C90-46F4-8936-990621CCC19F}" v="308" dt="2026-07-17T12:51:57.5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712" autoAdjust="0"/>
  </p:normalViewPr>
  <p:slideViewPr>
    <p:cSldViewPr snapToGrid="0">
      <p:cViewPr varScale="1">
        <p:scale>
          <a:sx n="72" d="100"/>
          <a:sy n="72" d="100"/>
        </p:scale>
        <p:origin x="110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ela Zuluaga" userId="e254a48133e924e1" providerId="LiveId" clId="{0CC94F46-11D4-4B39-AFBD-34456FD5C7BD}"/>
    <pc:docChg chg="undo custSel addSld delSld modSld sldOrd">
      <pc:chgData name="Manuela Zuluaga" userId="e254a48133e924e1" providerId="LiveId" clId="{0CC94F46-11D4-4B39-AFBD-34456FD5C7BD}" dt="2026-08-06T02:19:09.870" v="3206" actId="1076"/>
      <pc:docMkLst>
        <pc:docMk/>
      </pc:docMkLst>
      <pc:sldChg chg="addSp delSp modSp mod">
        <pc:chgData name="Manuela Zuluaga" userId="e254a48133e924e1" providerId="LiveId" clId="{0CC94F46-11D4-4B39-AFBD-34456FD5C7BD}" dt="2026-07-16T22:23:16.383" v="1062" actId="20577"/>
        <pc:sldMkLst>
          <pc:docMk/>
          <pc:sldMk cId="497813073" sldId="262"/>
        </pc:sldMkLst>
        <pc:spChg chg="mod">
          <ac:chgData name="Manuela Zuluaga" userId="e254a48133e924e1" providerId="LiveId" clId="{0CC94F46-11D4-4B39-AFBD-34456FD5C7BD}" dt="2026-07-16T22:22:52.991" v="1059" actId="1076"/>
          <ac:spMkLst>
            <pc:docMk/>
            <pc:sldMk cId="497813073" sldId="262"/>
            <ac:spMk id="4" creationId="{61BE7E70-EFF6-B549-824A-A838EAFA3650}"/>
          </ac:spMkLst>
        </pc:spChg>
        <pc:spChg chg="add mod">
          <ac:chgData name="Manuela Zuluaga" userId="e254a48133e924e1" providerId="LiveId" clId="{0CC94F46-11D4-4B39-AFBD-34456FD5C7BD}" dt="2026-07-16T22:23:16.383" v="1062" actId="20577"/>
          <ac:spMkLst>
            <pc:docMk/>
            <pc:sldMk cId="497813073" sldId="262"/>
            <ac:spMk id="7" creationId="{3F8F0B38-C659-A3E7-BE77-CD9A7AB65C52}"/>
          </ac:spMkLst>
        </pc:spChg>
        <pc:picChg chg="add mod">
          <ac:chgData name="Manuela Zuluaga" userId="e254a48133e924e1" providerId="LiveId" clId="{0CC94F46-11D4-4B39-AFBD-34456FD5C7BD}" dt="2026-07-16T22:18:08.011" v="970" actId="14100"/>
          <ac:picMkLst>
            <pc:docMk/>
            <pc:sldMk cId="497813073" sldId="262"/>
            <ac:picMk id="5" creationId="{EFF402DA-6C10-0BA9-6454-04E6D2C54F59}"/>
          </ac:picMkLst>
        </pc:picChg>
        <pc:picChg chg="mod">
          <ac:chgData name="Manuela Zuluaga" userId="e254a48133e924e1" providerId="LiveId" clId="{0CC94F46-11D4-4B39-AFBD-34456FD5C7BD}" dt="2026-07-15T13:22:46.560" v="866" actId="14100"/>
          <ac:picMkLst>
            <pc:docMk/>
            <pc:sldMk cId="497813073" sldId="262"/>
            <ac:picMk id="6" creationId="{F648D1B1-D875-0E85-334A-6E891EB1508D}"/>
          </ac:picMkLst>
        </pc:picChg>
      </pc:sldChg>
      <pc:sldChg chg="addSp delSp modSp mod addAnim delAnim modAnim">
        <pc:chgData name="Manuela Zuluaga" userId="e254a48133e924e1" providerId="LiveId" clId="{0CC94F46-11D4-4B39-AFBD-34456FD5C7BD}" dt="2026-07-31T10:06:52.285" v="3204" actId="1076"/>
        <pc:sldMkLst>
          <pc:docMk/>
          <pc:sldMk cId="3235422" sldId="266"/>
        </pc:sldMkLst>
        <pc:spChg chg="add mod">
          <ac:chgData name="Manuela Zuluaga" userId="e254a48133e924e1" providerId="LiveId" clId="{0CC94F46-11D4-4B39-AFBD-34456FD5C7BD}" dt="2026-07-16T22:42:36.649" v="1140" actId="1036"/>
          <ac:spMkLst>
            <pc:docMk/>
            <pc:sldMk cId="3235422" sldId="266"/>
            <ac:spMk id="2" creationId="{993919DD-FD42-C35F-5D10-E22D118DD7E7}"/>
          </ac:spMkLst>
        </pc:spChg>
        <pc:spChg chg="add del mod">
          <ac:chgData name="Manuela Zuluaga" userId="e254a48133e924e1" providerId="LiveId" clId="{0CC94F46-11D4-4B39-AFBD-34456FD5C7BD}" dt="2026-07-15T11:22:47.934" v="122" actId="1076"/>
          <ac:spMkLst>
            <pc:docMk/>
            <pc:sldMk cId="3235422" sldId="266"/>
            <ac:spMk id="4" creationId="{41665D44-D25D-1945-6111-258628B3455A}"/>
          </ac:spMkLst>
        </pc:spChg>
        <pc:spChg chg="add mod">
          <ac:chgData name="Manuela Zuluaga" userId="e254a48133e924e1" providerId="LiveId" clId="{0CC94F46-11D4-4B39-AFBD-34456FD5C7BD}" dt="2026-07-16T22:42:48.479" v="1163" actId="1035"/>
          <ac:spMkLst>
            <pc:docMk/>
            <pc:sldMk cId="3235422" sldId="266"/>
            <ac:spMk id="5" creationId="{9BB2D699-F8A4-3D28-93C8-DAADDF149CC3}"/>
          </ac:spMkLst>
        </pc:spChg>
        <pc:spChg chg="mod">
          <ac:chgData name="Manuela Zuluaga" userId="e254a48133e924e1" providerId="LiveId" clId="{0CC94F46-11D4-4B39-AFBD-34456FD5C7BD}" dt="2026-07-16T22:26:37.927" v="1064" actId="14100"/>
          <ac:spMkLst>
            <pc:docMk/>
            <pc:sldMk cId="3235422" sldId="266"/>
            <ac:spMk id="7" creationId="{C64FB93E-6B8D-A279-3329-2E8917272FFD}"/>
          </ac:spMkLst>
        </pc:spChg>
        <pc:spChg chg="add mod">
          <ac:chgData name="Manuela Zuluaga" userId="e254a48133e924e1" providerId="LiveId" clId="{0CC94F46-11D4-4B39-AFBD-34456FD5C7BD}" dt="2026-07-16T22:42:48.479" v="1163" actId="1035"/>
          <ac:spMkLst>
            <pc:docMk/>
            <pc:sldMk cId="3235422" sldId="266"/>
            <ac:spMk id="8" creationId="{1300CCA0-D10A-6A29-E892-451535C2BA14}"/>
          </ac:spMkLst>
        </pc:spChg>
        <pc:spChg chg="add del mod">
          <ac:chgData name="Manuela Zuluaga" userId="e254a48133e924e1" providerId="LiveId" clId="{0CC94F46-11D4-4B39-AFBD-34456FD5C7BD}" dt="2026-07-15T11:22:52.361" v="124" actId="21"/>
          <ac:spMkLst>
            <pc:docMk/>
            <pc:sldMk cId="3235422" sldId="266"/>
            <ac:spMk id="10" creationId="{2F1DFDD3-3045-8539-26E6-966C4BB6F063}"/>
          </ac:spMkLst>
        </pc:spChg>
        <pc:spChg chg="add mod">
          <ac:chgData name="Manuela Zuluaga" userId="e254a48133e924e1" providerId="LiveId" clId="{0CC94F46-11D4-4B39-AFBD-34456FD5C7BD}" dt="2026-07-16T22:42:36.649" v="1140" actId="1036"/>
          <ac:spMkLst>
            <pc:docMk/>
            <pc:sldMk cId="3235422" sldId="266"/>
            <ac:spMk id="11" creationId="{8D76AE58-0C66-CD3D-B443-779625731EBE}"/>
          </ac:spMkLst>
        </pc:spChg>
        <pc:picChg chg="mod">
          <ac:chgData name="Manuela Zuluaga" userId="e254a48133e924e1" providerId="LiveId" clId="{0CC94F46-11D4-4B39-AFBD-34456FD5C7BD}" dt="2026-07-15T11:19:34.303" v="61" actId="1076"/>
          <ac:picMkLst>
            <pc:docMk/>
            <pc:sldMk cId="3235422" sldId="266"/>
            <ac:picMk id="9" creationId="{B75ADBA8-B650-6D87-DF90-CB055535E5D6}"/>
          </ac:picMkLst>
        </pc:picChg>
        <pc:picChg chg="add mod">
          <ac:chgData name="Manuela Zuluaga" userId="e254a48133e924e1" providerId="LiveId" clId="{0CC94F46-11D4-4B39-AFBD-34456FD5C7BD}" dt="2026-07-31T10:06:48.618" v="3203" actId="1076"/>
          <ac:picMkLst>
            <pc:docMk/>
            <pc:sldMk cId="3235422" sldId="266"/>
            <ac:picMk id="14" creationId="{8D94CC56-BB33-2932-A8CA-A30DAD351359}"/>
          </ac:picMkLst>
        </pc:picChg>
        <pc:picChg chg="add mod">
          <ac:chgData name="Manuela Zuluaga" userId="e254a48133e924e1" providerId="LiveId" clId="{0CC94F46-11D4-4B39-AFBD-34456FD5C7BD}" dt="2026-07-31T10:06:52.285" v="3204" actId="1076"/>
          <ac:picMkLst>
            <pc:docMk/>
            <pc:sldMk cId="3235422" sldId="266"/>
            <ac:picMk id="17" creationId="{20E9A5E5-7035-83B2-2D23-AEE2AE37B6E8}"/>
          </ac:picMkLst>
        </pc:picChg>
        <pc:cxnChg chg="add mod">
          <ac:chgData name="Manuela Zuluaga" userId="e254a48133e924e1" providerId="LiveId" clId="{0CC94F46-11D4-4B39-AFBD-34456FD5C7BD}" dt="2026-07-16T22:42:48.479" v="1163" actId="1035"/>
          <ac:cxnSpMkLst>
            <pc:docMk/>
            <pc:sldMk cId="3235422" sldId="266"/>
            <ac:cxnSpMk id="19" creationId="{7B6987AE-E0A1-425D-FCC4-60DB51647428}"/>
          </ac:cxnSpMkLst>
        </pc:cxnChg>
        <pc:cxnChg chg="add mod">
          <ac:chgData name="Manuela Zuluaga" userId="e254a48133e924e1" providerId="LiveId" clId="{0CC94F46-11D4-4B39-AFBD-34456FD5C7BD}" dt="2026-07-16T22:42:36.649" v="1140" actId="1036"/>
          <ac:cxnSpMkLst>
            <pc:docMk/>
            <pc:sldMk cId="3235422" sldId="266"/>
            <ac:cxnSpMk id="22" creationId="{1ABC44A8-FE13-F7E1-2E09-C2FB6D34240B}"/>
          </ac:cxnSpMkLst>
        </pc:cxnChg>
        <pc:cxnChg chg="add mod">
          <ac:chgData name="Manuela Zuluaga" userId="e254a48133e924e1" providerId="LiveId" clId="{0CC94F46-11D4-4B39-AFBD-34456FD5C7BD}" dt="2026-07-16T22:38:21.094" v="1073" actId="1076"/>
          <ac:cxnSpMkLst>
            <pc:docMk/>
            <pc:sldMk cId="3235422" sldId="266"/>
            <ac:cxnSpMk id="28" creationId="{B0126A17-FB25-7D75-3743-C7F42479DC29}"/>
          </ac:cxnSpMkLst>
        </pc:cxnChg>
      </pc:sldChg>
      <pc:sldChg chg="addSp delSp modSp new mod modAnim">
        <pc:chgData name="Manuela Zuluaga" userId="e254a48133e924e1" providerId="LiveId" clId="{0CC94F46-11D4-4B39-AFBD-34456FD5C7BD}" dt="2026-08-06T02:19:09.870" v="3206" actId="1076"/>
        <pc:sldMkLst>
          <pc:docMk/>
          <pc:sldMk cId="3958869514" sldId="267"/>
        </pc:sldMkLst>
        <pc:spChg chg="add mod">
          <ac:chgData name="Manuela Zuluaga" userId="e254a48133e924e1" providerId="LiveId" clId="{0CC94F46-11D4-4B39-AFBD-34456FD5C7BD}" dt="2026-07-16T23:12:15.354" v="1203" actId="1076"/>
          <ac:spMkLst>
            <pc:docMk/>
            <pc:sldMk cId="3958869514" sldId="267"/>
            <ac:spMk id="3" creationId="{A225B710-8DE4-0E0E-4B88-4367718608EF}"/>
          </ac:spMkLst>
        </pc:spChg>
        <pc:picChg chg="add mod">
          <ac:chgData name="Manuela Zuluaga" userId="e254a48133e924e1" providerId="LiveId" clId="{0CC94F46-11D4-4B39-AFBD-34456FD5C7BD}" dt="2026-07-17T01:02:13.827" v="1369" actId="1076"/>
          <ac:picMkLst>
            <pc:docMk/>
            <pc:sldMk cId="3958869514" sldId="267"/>
            <ac:picMk id="15" creationId="{ADA6058D-A144-B765-1434-C9EB6BD9F4C9}"/>
          </ac:picMkLst>
        </pc:picChg>
        <pc:picChg chg="add mod">
          <ac:chgData name="Manuela Zuluaga" userId="e254a48133e924e1" providerId="LiveId" clId="{0CC94F46-11D4-4B39-AFBD-34456FD5C7BD}" dt="2026-07-17T01:04:59.931" v="1392" actId="1076"/>
          <ac:picMkLst>
            <pc:docMk/>
            <pc:sldMk cId="3958869514" sldId="267"/>
            <ac:picMk id="17" creationId="{A20ABF5A-17F4-D545-5DDD-6ACC8703A680}"/>
          </ac:picMkLst>
        </pc:picChg>
        <pc:picChg chg="add mod">
          <ac:chgData name="Manuela Zuluaga" userId="e254a48133e924e1" providerId="LiveId" clId="{0CC94F46-11D4-4B39-AFBD-34456FD5C7BD}" dt="2026-07-17T01:05:02.729" v="1393" actId="1076"/>
          <ac:picMkLst>
            <pc:docMk/>
            <pc:sldMk cId="3958869514" sldId="267"/>
            <ac:picMk id="19" creationId="{4150AF1A-C44C-4589-A53A-9BD296F4A438}"/>
          </ac:picMkLst>
        </pc:picChg>
        <pc:picChg chg="add mod">
          <ac:chgData name="Manuela Zuluaga" userId="e254a48133e924e1" providerId="LiveId" clId="{0CC94F46-11D4-4B39-AFBD-34456FD5C7BD}" dt="2026-08-06T02:19:09.870" v="3206" actId="1076"/>
          <ac:picMkLst>
            <pc:docMk/>
            <pc:sldMk cId="3958869514" sldId="267"/>
            <ac:picMk id="21" creationId="{714914D4-6103-264C-C1B9-27A4A9D96C69}"/>
          </ac:picMkLst>
        </pc:picChg>
      </pc:sldChg>
      <pc:sldChg chg="addSp delSp modSp new mod">
        <pc:chgData name="Manuela Zuluaga" userId="e254a48133e924e1" providerId="LiveId" clId="{0CC94F46-11D4-4B39-AFBD-34456FD5C7BD}" dt="2026-07-17T01:12:50.244" v="1492" actId="1076"/>
        <pc:sldMkLst>
          <pc:docMk/>
          <pc:sldMk cId="1844755692" sldId="268"/>
        </pc:sldMkLst>
        <pc:spChg chg="add mod">
          <ac:chgData name="Manuela Zuluaga" userId="e254a48133e924e1" providerId="LiveId" clId="{0CC94F46-11D4-4B39-AFBD-34456FD5C7BD}" dt="2026-07-17T01:12:19.124" v="1488" actId="1076"/>
          <ac:spMkLst>
            <pc:docMk/>
            <pc:sldMk cId="1844755692" sldId="268"/>
            <ac:spMk id="3" creationId="{6FF3EFF4-3249-E4F9-3FB9-65D5070B6D01}"/>
          </ac:spMkLst>
        </pc:spChg>
        <pc:picChg chg="add mod">
          <ac:chgData name="Manuela Zuluaga" userId="e254a48133e924e1" providerId="LiveId" clId="{0CC94F46-11D4-4B39-AFBD-34456FD5C7BD}" dt="2026-07-17T01:12:50.244" v="1492" actId="1076"/>
          <ac:picMkLst>
            <pc:docMk/>
            <pc:sldMk cId="1844755692" sldId="268"/>
            <ac:picMk id="4" creationId="{D0748C0D-F71E-2319-58F9-D3A8C0C9DED7}"/>
          </ac:picMkLst>
        </pc:picChg>
      </pc:sldChg>
      <pc:sldChg chg="addSp delSp modSp new mod delAnim modAnim">
        <pc:chgData name="Manuela Zuluaga" userId="e254a48133e924e1" providerId="LiveId" clId="{0CC94F46-11D4-4B39-AFBD-34456FD5C7BD}" dt="2026-07-17T02:19:19.903" v="1544" actId="1036"/>
        <pc:sldMkLst>
          <pc:docMk/>
          <pc:sldMk cId="587695200" sldId="269"/>
        </pc:sldMkLst>
        <pc:spChg chg="add mod">
          <ac:chgData name="Manuela Zuluaga" userId="e254a48133e924e1" providerId="LiveId" clId="{0CC94F46-11D4-4B39-AFBD-34456FD5C7BD}" dt="2026-07-17T01:38:52.536" v="1494" actId="1076"/>
          <ac:spMkLst>
            <pc:docMk/>
            <pc:sldMk cId="587695200" sldId="269"/>
            <ac:spMk id="3" creationId="{5FA41126-8D09-DE75-E71E-5835F5B039F1}"/>
          </ac:spMkLst>
        </pc:spChg>
        <pc:picChg chg="add mod">
          <ac:chgData name="Manuela Zuluaga" userId="e254a48133e924e1" providerId="LiveId" clId="{0CC94F46-11D4-4B39-AFBD-34456FD5C7BD}" dt="2026-07-17T02:17:21.996" v="1517" actId="14100"/>
          <ac:picMkLst>
            <pc:docMk/>
            <pc:sldMk cId="587695200" sldId="269"/>
            <ac:picMk id="4" creationId="{75B2B165-3E47-7D03-525A-35D034264D16}"/>
          </ac:picMkLst>
        </pc:picChg>
        <pc:picChg chg="add mod">
          <ac:chgData name="Manuela Zuluaga" userId="e254a48133e924e1" providerId="LiveId" clId="{0CC94F46-11D4-4B39-AFBD-34456FD5C7BD}" dt="2026-07-17T02:19:19.903" v="1544" actId="1036"/>
          <ac:picMkLst>
            <pc:docMk/>
            <pc:sldMk cId="587695200" sldId="269"/>
            <ac:picMk id="8" creationId="{7A55E6D3-E7EE-C103-87AA-48CDC55ABC35}"/>
          </ac:picMkLst>
        </pc:picChg>
      </pc:sldChg>
      <pc:sldChg chg="addSp delSp modSp new mod setBg">
        <pc:chgData name="Manuela Zuluaga" userId="e254a48133e924e1" providerId="LiveId" clId="{0CC94F46-11D4-4B39-AFBD-34456FD5C7BD}" dt="2026-07-17T13:06:20.078" v="3192" actId="1076"/>
        <pc:sldMkLst>
          <pc:docMk/>
          <pc:sldMk cId="3367254883" sldId="270"/>
        </pc:sldMkLst>
        <pc:spChg chg="add mod">
          <ac:chgData name="Manuela Zuluaga" userId="e254a48133e924e1" providerId="LiveId" clId="{0CC94F46-11D4-4B39-AFBD-34456FD5C7BD}" dt="2026-07-17T13:06:20.078" v="3192" actId="1076"/>
          <ac:spMkLst>
            <pc:docMk/>
            <pc:sldMk cId="3367254883" sldId="270"/>
            <ac:spMk id="2" creationId="{891B624E-200E-5966-B92F-228A33D24AFB}"/>
          </ac:spMkLst>
        </pc:spChg>
        <pc:spChg chg="add mod">
          <ac:chgData name="Manuela Zuluaga" userId="e254a48133e924e1" providerId="LiveId" clId="{0CC94F46-11D4-4B39-AFBD-34456FD5C7BD}" dt="2026-07-17T05:16:13.122" v="1681" actId="1076"/>
          <ac:spMkLst>
            <pc:docMk/>
            <pc:sldMk cId="3367254883" sldId="270"/>
            <ac:spMk id="3" creationId="{44444141-9371-612F-4955-8A5E41AB6089}"/>
          </ac:spMkLst>
        </pc:spChg>
        <pc:spChg chg="add">
          <ac:chgData name="Manuela Zuluaga" userId="e254a48133e924e1" providerId="LiveId" clId="{0CC94F46-11D4-4B39-AFBD-34456FD5C7BD}" dt="2026-07-15T12:27:32.645" v="678" actId="26606"/>
          <ac:spMkLst>
            <pc:docMk/>
            <pc:sldMk cId="3367254883" sldId="270"/>
            <ac:spMk id="12" creationId="{99ED5833-B85B-4103-8A3B-CAB0308E6C15}"/>
          </ac:spMkLst>
        </pc:spChg>
        <pc:picChg chg="add mod">
          <ac:chgData name="Manuela Zuluaga" userId="e254a48133e924e1" providerId="LiveId" clId="{0CC94F46-11D4-4B39-AFBD-34456FD5C7BD}" dt="2026-07-17T12:52:27.474" v="2631" actId="14100"/>
          <ac:picMkLst>
            <pc:docMk/>
            <pc:sldMk cId="3367254883" sldId="270"/>
            <ac:picMk id="8" creationId="{00BB8BF7-CAFB-2D6D-60F4-7F65145F26CB}"/>
          </ac:picMkLst>
        </pc:picChg>
        <pc:picChg chg="add mod">
          <ac:chgData name="Manuela Zuluaga" userId="e254a48133e924e1" providerId="LiveId" clId="{0CC94F46-11D4-4B39-AFBD-34456FD5C7BD}" dt="2026-07-17T12:52:33.486" v="2632" actId="1076"/>
          <ac:picMkLst>
            <pc:docMk/>
            <pc:sldMk cId="3367254883" sldId="270"/>
            <ac:picMk id="10" creationId="{87B88B44-679E-B098-738D-ECB7127E7E2E}"/>
          </ac:picMkLst>
        </pc:picChg>
      </pc:sldChg>
      <pc:sldChg chg="addSp delSp modSp new mod modAnim modNotesTx">
        <pc:chgData name="Manuela Zuluaga" userId="e254a48133e924e1" providerId="LiveId" clId="{0CC94F46-11D4-4B39-AFBD-34456FD5C7BD}" dt="2026-07-17T13:08:37.100" v="3197" actId="20577"/>
        <pc:sldMkLst>
          <pc:docMk/>
          <pc:sldMk cId="97824515" sldId="271"/>
        </pc:sldMkLst>
        <pc:spChg chg="add mod">
          <ac:chgData name="Manuela Zuluaga" userId="e254a48133e924e1" providerId="LiveId" clId="{0CC94F46-11D4-4B39-AFBD-34456FD5C7BD}" dt="2026-07-17T13:08:37.100" v="3197" actId="20577"/>
          <ac:spMkLst>
            <pc:docMk/>
            <pc:sldMk cId="97824515" sldId="271"/>
            <ac:spMk id="5" creationId="{9C828C85-C0F6-230E-202B-C752B7C70FE9}"/>
          </ac:spMkLst>
        </pc:spChg>
        <pc:spChg chg="add mod">
          <ac:chgData name="Manuela Zuluaga" userId="e254a48133e924e1" providerId="LiveId" clId="{0CC94F46-11D4-4B39-AFBD-34456FD5C7BD}" dt="2026-07-17T11:21:15.531" v="1844" actId="5793"/>
          <ac:spMkLst>
            <pc:docMk/>
            <pc:sldMk cId="97824515" sldId="271"/>
            <ac:spMk id="8" creationId="{9F8AD97B-0C83-A162-3687-B497150F0819}"/>
          </ac:spMkLst>
        </pc:spChg>
        <pc:picChg chg="add mod">
          <ac:chgData name="Manuela Zuluaga" userId="e254a48133e924e1" providerId="LiveId" clId="{0CC94F46-11D4-4B39-AFBD-34456FD5C7BD}" dt="2026-07-17T11:20:28.106" v="1815" actId="1076"/>
          <ac:picMkLst>
            <pc:docMk/>
            <pc:sldMk cId="97824515" sldId="271"/>
            <ac:picMk id="3" creationId="{5CE262DA-5FE0-EB96-20AA-37ADBFE5FF20}"/>
          </ac:picMkLst>
        </pc:picChg>
      </pc:sldChg>
      <pc:sldChg chg="addSp delSp modSp new add del mod ord">
        <pc:chgData name="Manuela Zuluaga" userId="e254a48133e924e1" providerId="LiveId" clId="{0CC94F46-11D4-4B39-AFBD-34456FD5C7BD}" dt="2026-07-17T11:36:33.045" v="1870" actId="2696"/>
        <pc:sldMkLst>
          <pc:docMk/>
          <pc:sldMk cId="4290557060" sldId="273"/>
        </pc:sldMkLst>
        <pc:spChg chg="add mod">
          <ac:chgData name="Manuela Zuluaga" userId="e254a48133e924e1" providerId="LiveId" clId="{0CC94F46-11D4-4B39-AFBD-34456FD5C7BD}" dt="2026-07-17T11:29:48.766" v="1852" actId="1076"/>
          <ac:spMkLst>
            <pc:docMk/>
            <pc:sldMk cId="4290557060" sldId="273"/>
            <ac:spMk id="7" creationId="{714F05C9-E236-DDA4-F540-AB14A6739E89}"/>
          </ac:spMkLst>
        </pc:spChg>
        <pc:picChg chg="add mod">
          <ac:chgData name="Manuela Zuluaga" userId="e254a48133e924e1" providerId="LiveId" clId="{0CC94F46-11D4-4B39-AFBD-34456FD5C7BD}" dt="2026-07-17T11:30:09.524" v="1857" actId="14100"/>
          <ac:picMkLst>
            <pc:docMk/>
            <pc:sldMk cId="4290557060" sldId="273"/>
            <ac:picMk id="3" creationId="{60BA44EF-4DC5-CF55-6A32-89035D32D2F6}"/>
          </ac:picMkLst>
        </pc:picChg>
        <pc:picChg chg="add mod">
          <ac:chgData name="Manuela Zuluaga" userId="e254a48133e924e1" providerId="LiveId" clId="{0CC94F46-11D4-4B39-AFBD-34456FD5C7BD}" dt="2026-07-17T11:30:49.837" v="1867" actId="1076"/>
          <ac:picMkLst>
            <pc:docMk/>
            <pc:sldMk cId="4290557060" sldId="273"/>
            <ac:picMk id="6" creationId="{B80C6242-690F-7812-32E8-D018EF5A4D64}"/>
          </ac:picMkLst>
        </pc:picChg>
      </pc:sldChg>
      <pc:sldChg chg="addSp modSp new mod">
        <pc:chgData name="Manuela Zuluaga" userId="e254a48133e924e1" providerId="LiveId" clId="{0CC94F46-11D4-4B39-AFBD-34456FD5C7BD}" dt="2026-07-17T01:11:32.014" v="1451" actId="1076"/>
        <pc:sldMkLst>
          <pc:docMk/>
          <pc:sldMk cId="481726458" sldId="274"/>
        </pc:sldMkLst>
        <pc:spChg chg="add">
          <ac:chgData name="Manuela Zuluaga" userId="e254a48133e924e1" providerId="LiveId" clId="{0CC94F46-11D4-4B39-AFBD-34456FD5C7BD}" dt="2026-07-16T23:36:50.882" v="1361" actId="22"/>
          <ac:spMkLst>
            <pc:docMk/>
            <pc:sldMk cId="481726458" sldId="274"/>
            <ac:spMk id="3" creationId="{B654F24E-9D7E-A9D3-5B5D-07277E484FA1}"/>
          </ac:spMkLst>
        </pc:spChg>
        <pc:picChg chg="add mod">
          <ac:chgData name="Manuela Zuluaga" userId="e254a48133e924e1" providerId="LiveId" clId="{0CC94F46-11D4-4B39-AFBD-34456FD5C7BD}" dt="2026-07-17T01:11:24.849" v="1449" actId="1076"/>
          <ac:picMkLst>
            <pc:docMk/>
            <pc:sldMk cId="481726458" sldId="274"/>
            <ac:picMk id="5" creationId="{133623DB-F38A-1E0E-6A45-3D4937457F8D}"/>
          </ac:picMkLst>
        </pc:picChg>
        <pc:picChg chg="add mod">
          <ac:chgData name="Manuela Zuluaga" userId="e254a48133e924e1" providerId="LiveId" clId="{0CC94F46-11D4-4B39-AFBD-34456FD5C7BD}" dt="2026-07-17T01:06:10.992" v="1404" actId="1076"/>
          <ac:picMkLst>
            <pc:docMk/>
            <pc:sldMk cId="481726458" sldId="274"/>
            <ac:picMk id="7" creationId="{62F1A2F7-A7A0-8F17-1C67-72F5C10D658E}"/>
          </ac:picMkLst>
        </pc:picChg>
        <pc:picChg chg="add mod">
          <ac:chgData name="Manuela Zuluaga" userId="e254a48133e924e1" providerId="LiveId" clId="{0CC94F46-11D4-4B39-AFBD-34456FD5C7BD}" dt="2026-07-17T01:11:32.014" v="1451" actId="1076"/>
          <ac:picMkLst>
            <pc:docMk/>
            <pc:sldMk cId="481726458" sldId="274"/>
            <ac:picMk id="9" creationId="{FC7ACE05-A1E1-BB11-7CB9-03B638DB42A0}"/>
          </ac:picMkLst>
        </pc:picChg>
      </pc:sldChg>
      <pc:sldChg chg="addSp delSp modSp add mod modAnim">
        <pc:chgData name="Manuela Zuluaga" userId="e254a48133e924e1" providerId="LiveId" clId="{0CC94F46-11D4-4B39-AFBD-34456FD5C7BD}" dt="2026-07-17T12:33:02.121" v="2284" actId="1076"/>
        <pc:sldMkLst>
          <pc:docMk/>
          <pc:sldMk cId="3348384431" sldId="275"/>
        </pc:sldMkLst>
        <pc:spChg chg="add mod">
          <ac:chgData name="Manuela Zuluaga" userId="e254a48133e924e1" providerId="LiveId" clId="{0CC94F46-11D4-4B39-AFBD-34456FD5C7BD}" dt="2026-07-17T12:33:02.121" v="2284" actId="1076"/>
          <ac:spMkLst>
            <pc:docMk/>
            <pc:sldMk cId="3348384431" sldId="275"/>
            <ac:spMk id="2" creationId="{3DFFBB33-AD71-9BD1-F290-ADEF5C2749C5}"/>
          </ac:spMkLst>
        </pc:spChg>
        <pc:spChg chg="mod">
          <ac:chgData name="Manuela Zuluaga" userId="e254a48133e924e1" providerId="LiveId" clId="{0CC94F46-11D4-4B39-AFBD-34456FD5C7BD}" dt="2026-07-17T02:51:15.023" v="1572" actId="1076"/>
          <ac:spMkLst>
            <pc:docMk/>
            <pc:sldMk cId="3348384431" sldId="275"/>
            <ac:spMk id="3" creationId="{B4A5584E-7849-5724-5D8D-A2CE266F0914}"/>
          </ac:spMkLst>
        </pc:spChg>
        <pc:picChg chg="add mod">
          <ac:chgData name="Manuela Zuluaga" userId="e254a48133e924e1" providerId="LiveId" clId="{0CC94F46-11D4-4B39-AFBD-34456FD5C7BD}" dt="2026-07-17T03:06:55.746" v="1583" actId="14100"/>
          <ac:picMkLst>
            <pc:docMk/>
            <pc:sldMk cId="3348384431" sldId="275"/>
            <ac:picMk id="8" creationId="{55C60E55-6137-C55C-BA0C-551702C94828}"/>
          </ac:picMkLst>
        </pc:picChg>
      </pc:sldChg>
      <pc:sldChg chg="addSp delSp modSp add mod delAnim modNotesTx">
        <pc:chgData name="Manuela Zuluaga" userId="e254a48133e924e1" providerId="LiveId" clId="{0CC94F46-11D4-4B39-AFBD-34456FD5C7BD}" dt="2026-07-17T12:35:14.151" v="2406" actId="20577"/>
        <pc:sldMkLst>
          <pc:docMk/>
          <pc:sldMk cId="1151183504" sldId="276"/>
        </pc:sldMkLst>
        <pc:spChg chg="mod">
          <ac:chgData name="Manuela Zuluaga" userId="e254a48133e924e1" providerId="LiveId" clId="{0CC94F46-11D4-4B39-AFBD-34456FD5C7BD}" dt="2026-07-17T04:22:55.115" v="1626" actId="1076"/>
          <ac:spMkLst>
            <pc:docMk/>
            <pc:sldMk cId="1151183504" sldId="276"/>
            <ac:spMk id="3" creationId="{FD4282E8-09EF-E565-A550-3FA5659E74E1}"/>
          </ac:spMkLst>
        </pc:spChg>
        <pc:picChg chg="add mod">
          <ac:chgData name="Manuela Zuluaga" userId="e254a48133e924e1" providerId="LiveId" clId="{0CC94F46-11D4-4B39-AFBD-34456FD5C7BD}" dt="2026-07-17T04:15:33.514" v="1616" actId="1076"/>
          <ac:picMkLst>
            <pc:docMk/>
            <pc:sldMk cId="1151183504" sldId="276"/>
            <ac:picMk id="4" creationId="{B22ECEFC-62D3-916E-772B-64E94AE60948}"/>
          </ac:picMkLst>
        </pc:picChg>
        <pc:picChg chg="add mod">
          <ac:chgData name="Manuela Zuluaga" userId="e254a48133e924e1" providerId="LiveId" clId="{0CC94F46-11D4-4B39-AFBD-34456FD5C7BD}" dt="2026-07-17T04:16:19.490" v="1621" actId="1076"/>
          <ac:picMkLst>
            <pc:docMk/>
            <pc:sldMk cId="1151183504" sldId="276"/>
            <ac:picMk id="8" creationId="{1D8F323C-FD14-C594-7A47-080315DF7FF0}"/>
          </ac:picMkLst>
        </pc:picChg>
      </pc:sldChg>
      <pc:sldChg chg="addSp delSp modSp new mod modNotesTx">
        <pc:chgData name="Manuela Zuluaga" userId="e254a48133e924e1" providerId="LiveId" clId="{0CC94F46-11D4-4B39-AFBD-34456FD5C7BD}" dt="2026-07-17T12:38:52.247" v="2516" actId="1076"/>
        <pc:sldMkLst>
          <pc:docMk/>
          <pc:sldMk cId="1324702033" sldId="277"/>
        </pc:sldMkLst>
        <pc:spChg chg="add mod">
          <ac:chgData name="Manuela Zuluaga" userId="e254a48133e924e1" providerId="LiveId" clId="{0CC94F46-11D4-4B39-AFBD-34456FD5C7BD}" dt="2026-07-17T12:38:52.247" v="2516" actId="1076"/>
          <ac:spMkLst>
            <pc:docMk/>
            <pc:sldMk cId="1324702033" sldId="277"/>
            <ac:spMk id="2" creationId="{255888E8-5655-A03D-8201-190BA0F36D5C}"/>
          </ac:spMkLst>
        </pc:spChg>
        <pc:spChg chg="add mod">
          <ac:chgData name="Manuela Zuluaga" userId="e254a48133e924e1" providerId="LiveId" clId="{0CC94F46-11D4-4B39-AFBD-34456FD5C7BD}" dt="2026-07-17T04:23:23.291" v="1647" actId="1076"/>
          <ac:spMkLst>
            <pc:docMk/>
            <pc:sldMk cId="1324702033" sldId="277"/>
            <ac:spMk id="5" creationId="{E7E43CF5-FBBA-26EC-B7C3-0934FA888433}"/>
          </ac:spMkLst>
        </pc:spChg>
        <pc:picChg chg="add mod">
          <ac:chgData name="Manuela Zuluaga" userId="e254a48133e924e1" providerId="LiveId" clId="{0CC94F46-11D4-4B39-AFBD-34456FD5C7BD}" dt="2026-07-17T12:38:28.273" v="2484" actId="1076"/>
          <ac:picMkLst>
            <pc:docMk/>
            <pc:sldMk cId="1324702033" sldId="277"/>
            <ac:picMk id="11" creationId="{D18F7218-4C36-C22C-38E5-EC1263095B85}"/>
          </ac:picMkLst>
        </pc:picChg>
      </pc:sldChg>
      <pc:sldChg chg="addSp delSp modSp add mod">
        <pc:chgData name="Manuela Zuluaga" userId="e254a48133e924e1" providerId="LiveId" clId="{0CC94F46-11D4-4B39-AFBD-34456FD5C7BD}" dt="2026-07-17T12:41:37.901" v="2589" actId="1076"/>
        <pc:sldMkLst>
          <pc:docMk/>
          <pc:sldMk cId="723939439" sldId="278"/>
        </pc:sldMkLst>
        <pc:spChg chg="add mod">
          <ac:chgData name="Manuela Zuluaga" userId="e254a48133e924e1" providerId="LiveId" clId="{0CC94F46-11D4-4B39-AFBD-34456FD5C7BD}" dt="2026-07-17T12:41:37.901" v="2589" actId="1076"/>
          <ac:spMkLst>
            <pc:docMk/>
            <pc:sldMk cId="723939439" sldId="278"/>
            <ac:spMk id="4" creationId="{9BE5C4B4-2214-A61A-9B3C-5A85B143631A}"/>
          </ac:spMkLst>
        </pc:spChg>
        <pc:picChg chg="add mod">
          <ac:chgData name="Manuela Zuluaga" userId="e254a48133e924e1" providerId="LiveId" clId="{0CC94F46-11D4-4B39-AFBD-34456FD5C7BD}" dt="2026-07-17T12:39:37.657" v="2520" actId="1076"/>
          <ac:picMkLst>
            <pc:docMk/>
            <pc:sldMk cId="723939439" sldId="278"/>
            <ac:picMk id="3" creationId="{EC647FA5-F017-9CCC-8C8C-32BF52249D1E}"/>
          </ac:picMkLst>
        </pc:picChg>
      </pc:sldChg>
      <pc:sldChg chg="addSp delSp modSp add mod">
        <pc:chgData name="Manuela Zuluaga" userId="e254a48133e924e1" providerId="LiveId" clId="{0CC94F46-11D4-4B39-AFBD-34456FD5C7BD}" dt="2026-07-17T13:07:30.802" v="3193" actId="1076"/>
        <pc:sldMkLst>
          <pc:docMk/>
          <pc:sldMk cId="2899732939" sldId="279"/>
        </pc:sldMkLst>
        <pc:spChg chg="mod">
          <ac:chgData name="Manuela Zuluaga" userId="e254a48133e924e1" providerId="LiveId" clId="{0CC94F46-11D4-4B39-AFBD-34456FD5C7BD}" dt="2026-07-17T07:53:09.731" v="1695" actId="1076"/>
          <ac:spMkLst>
            <pc:docMk/>
            <pc:sldMk cId="2899732939" sldId="279"/>
            <ac:spMk id="3" creationId="{C66B1460-D272-BD07-AFB4-D142017E3533}"/>
          </ac:spMkLst>
        </pc:spChg>
        <pc:picChg chg="add mod">
          <ac:chgData name="Manuela Zuluaga" userId="e254a48133e924e1" providerId="LiveId" clId="{0CC94F46-11D4-4B39-AFBD-34456FD5C7BD}" dt="2026-07-17T08:11:12.319" v="1702" actId="1076"/>
          <ac:picMkLst>
            <pc:docMk/>
            <pc:sldMk cId="2899732939" sldId="279"/>
            <ac:picMk id="4" creationId="{405A68B4-2984-B935-6A7B-29F2F13057C6}"/>
          </ac:picMkLst>
        </pc:picChg>
        <pc:picChg chg="add mod">
          <ac:chgData name="Manuela Zuluaga" userId="e254a48133e924e1" providerId="LiveId" clId="{0CC94F46-11D4-4B39-AFBD-34456FD5C7BD}" dt="2026-07-17T13:07:30.802" v="3193" actId="1076"/>
          <ac:picMkLst>
            <pc:docMk/>
            <pc:sldMk cId="2899732939" sldId="279"/>
            <ac:picMk id="8" creationId="{05C29597-EBF6-02EE-8566-0CC935F51926}"/>
          </ac:picMkLst>
        </pc:picChg>
      </pc:sldChg>
      <pc:sldChg chg="addSp delSp modSp add mod modNotesTx">
        <pc:chgData name="Manuela Zuluaga" userId="e254a48133e924e1" providerId="LiveId" clId="{0CC94F46-11D4-4B39-AFBD-34456FD5C7BD}" dt="2026-07-17T13:08:20.026" v="3195" actId="1076"/>
        <pc:sldMkLst>
          <pc:docMk/>
          <pc:sldMk cId="3518470128" sldId="280"/>
        </pc:sldMkLst>
        <pc:spChg chg="mod">
          <ac:chgData name="Manuela Zuluaga" userId="e254a48133e924e1" providerId="LiveId" clId="{0CC94F46-11D4-4B39-AFBD-34456FD5C7BD}" dt="2026-07-17T12:43:48.713" v="2594" actId="1076"/>
          <ac:spMkLst>
            <pc:docMk/>
            <pc:sldMk cId="3518470128" sldId="280"/>
            <ac:spMk id="3" creationId="{B4F30B98-0399-B246-87A5-20DCE40ABC51}"/>
          </ac:spMkLst>
        </pc:spChg>
        <pc:picChg chg="add mod">
          <ac:chgData name="Manuela Zuluaga" userId="e254a48133e924e1" providerId="LiveId" clId="{0CC94F46-11D4-4B39-AFBD-34456FD5C7BD}" dt="2026-07-17T12:43:24.775" v="2593" actId="1076"/>
          <ac:picMkLst>
            <pc:docMk/>
            <pc:sldMk cId="3518470128" sldId="280"/>
            <ac:picMk id="7" creationId="{9461CC23-9A52-6DBC-3D08-D35AA1C5FB6D}"/>
          </ac:picMkLst>
        </pc:picChg>
        <pc:picChg chg="add mod">
          <ac:chgData name="Manuela Zuluaga" userId="e254a48133e924e1" providerId="LiveId" clId="{0CC94F46-11D4-4B39-AFBD-34456FD5C7BD}" dt="2026-07-17T12:43:22.265" v="2592" actId="1076"/>
          <ac:picMkLst>
            <pc:docMk/>
            <pc:sldMk cId="3518470128" sldId="280"/>
            <ac:picMk id="10" creationId="{12D608DD-9220-35FE-460E-22AF75228B06}"/>
          </ac:picMkLst>
        </pc:picChg>
        <pc:picChg chg="add mod">
          <ac:chgData name="Manuela Zuluaga" userId="e254a48133e924e1" providerId="LiveId" clId="{0CC94F46-11D4-4B39-AFBD-34456FD5C7BD}" dt="2026-07-17T13:08:20.026" v="3195" actId="1076"/>
          <ac:picMkLst>
            <pc:docMk/>
            <pc:sldMk cId="3518470128" sldId="280"/>
            <ac:picMk id="13" creationId="{4EF81ACD-8A0F-6570-C0E5-A6286BFB2640}"/>
          </ac:picMkLst>
        </pc:picChg>
      </pc:sldChg>
      <pc:sldChg chg="addSp delSp modSp add mod modNotesTx">
        <pc:chgData name="Manuela Zuluaga" userId="e254a48133e924e1" providerId="LiveId" clId="{0CC94F46-11D4-4B39-AFBD-34456FD5C7BD}" dt="2026-07-17T13:10:46.525" v="3198" actId="1076"/>
        <pc:sldMkLst>
          <pc:docMk/>
          <pc:sldMk cId="3288654812" sldId="281"/>
        </pc:sldMkLst>
        <pc:spChg chg="mod">
          <ac:chgData name="Manuela Zuluaga" userId="e254a48133e924e1" providerId="LiveId" clId="{0CC94F46-11D4-4B39-AFBD-34456FD5C7BD}" dt="2026-07-17T11:54:59.171" v="1905" actId="20577"/>
          <ac:spMkLst>
            <pc:docMk/>
            <pc:sldMk cId="3288654812" sldId="281"/>
            <ac:spMk id="7" creationId="{A000DF9A-EC05-48E8-1A8F-82BE90E52E16}"/>
          </ac:spMkLst>
        </pc:spChg>
        <pc:spChg chg="add mod">
          <ac:chgData name="Manuela Zuluaga" userId="e254a48133e924e1" providerId="LiveId" clId="{0CC94F46-11D4-4B39-AFBD-34456FD5C7BD}" dt="2026-07-17T11:59:04.431" v="1980" actId="1076"/>
          <ac:spMkLst>
            <pc:docMk/>
            <pc:sldMk cId="3288654812" sldId="281"/>
            <ac:spMk id="9" creationId="{F45DC779-CEC3-4DAC-E3E8-ABB3CFEACC43}"/>
          </ac:spMkLst>
        </pc:spChg>
        <pc:spChg chg="add mod">
          <ac:chgData name="Manuela Zuluaga" userId="e254a48133e924e1" providerId="LiveId" clId="{0CC94F46-11D4-4B39-AFBD-34456FD5C7BD}" dt="2026-07-17T11:59:46.635" v="2030" actId="1076"/>
          <ac:spMkLst>
            <pc:docMk/>
            <pc:sldMk cId="3288654812" sldId="281"/>
            <ac:spMk id="11" creationId="{91CC4C43-0BFE-09BC-7ED2-20CB23CCB691}"/>
          </ac:spMkLst>
        </pc:spChg>
        <pc:picChg chg="add mod">
          <ac:chgData name="Manuela Zuluaga" userId="e254a48133e924e1" providerId="LiveId" clId="{0CC94F46-11D4-4B39-AFBD-34456FD5C7BD}" dt="2026-07-17T13:10:46.525" v="3198" actId="1076"/>
          <ac:picMkLst>
            <pc:docMk/>
            <pc:sldMk cId="3288654812" sldId="281"/>
            <ac:picMk id="4" creationId="{6D0AE994-B7A7-BE7E-3032-A541174EF39A}"/>
          </ac:picMkLst>
        </pc:picChg>
        <pc:picChg chg="add mod">
          <ac:chgData name="Manuela Zuluaga" userId="e254a48133e924e1" providerId="LiveId" clId="{0CC94F46-11D4-4B39-AFBD-34456FD5C7BD}" dt="2026-07-17T12:00:25.263" v="2031" actId="1076"/>
          <ac:picMkLst>
            <pc:docMk/>
            <pc:sldMk cId="3288654812" sldId="281"/>
            <ac:picMk id="8" creationId="{1FADECC2-87CA-3EFC-DCDD-684E20AFAC8E}"/>
          </ac:picMkLst>
        </pc:picChg>
      </pc:sldChg>
      <pc:sldChg chg="modSp new mod">
        <pc:chgData name="Manuela Zuluaga" userId="e254a48133e924e1" providerId="LiveId" clId="{0CC94F46-11D4-4B39-AFBD-34456FD5C7BD}" dt="2026-07-17T13:01:19.904" v="3188" actId="20577"/>
        <pc:sldMkLst>
          <pc:docMk/>
          <pc:sldMk cId="4127543702" sldId="282"/>
        </pc:sldMkLst>
        <pc:spChg chg="mod">
          <ac:chgData name="Manuela Zuluaga" userId="e254a48133e924e1" providerId="LiveId" clId="{0CC94F46-11D4-4B39-AFBD-34456FD5C7BD}" dt="2026-07-17T12:59:24.776" v="2874" actId="20577"/>
          <ac:spMkLst>
            <pc:docMk/>
            <pc:sldMk cId="4127543702" sldId="282"/>
            <ac:spMk id="2" creationId="{A466D4BA-3A8B-6D6F-0994-AABCFAE733C9}"/>
          </ac:spMkLst>
        </pc:spChg>
        <pc:spChg chg="mod">
          <ac:chgData name="Manuela Zuluaga" userId="e254a48133e924e1" providerId="LiveId" clId="{0CC94F46-11D4-4B39-AFBD-34456FD5C7BD}" dt="2026-07-17T13:01:19.904" v="3188" actId="20577"/>
          <ac:spMkLst>
            <pc:docMk/>
            <pc:sldMk cId="4127543702" sldId="282"/>
            <ac:spMk id="3" creationId="{91F88757-2ED1-BDF6-EC55-B20BB4ADCA0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578AB4-CA29-4172-B78A-FC9F38BBD523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47359F-CAA6-4C71-BA0B-CF262D80E2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3980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7359F-CAA6-4C71-BA0B-CF262D80E2D0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3858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La distribución refleja la estructura urbana de la ciudad, la distribución es </a:t>
            </a:r>
            <a:r>
              <a:rPr lang="es-CO" dirty="0" err="1"/>
              <a:t>semitrica</a:t>
            </a:r>
            <a:r>
              <a:rPr lang="es-CO" dirty="0"/>
              <a:t> y no tiene sesgos extremos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7359F-CAA6-4C71-BA0B-CF262D80E2D0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6193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 árboles en Medellín están SIGNIFICATIVAMENTE AGRUPADOS.</a:t>
            </a:r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Esto significa que los árboles no están distribuidos uniformemente por la ciudad, sino que se concentran en áreas específicas (parques, avenidas, zonas verdes, etc.).</a:t>
            </a:r>
          </a:p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es una distribución completamente aleatoria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7359F-CAA6-4C71-BA0B-CF262D80E2D0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6828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6325E-714B-6E1A-4D9B-65266781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5F472F0-F29D-F182-8B4C-F7E79862F6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F5E9F81-72C3-7ACC-F4A1-282C13BE5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 árboles en Medellín ocupan el espacio de manera más concentrada de lo que se esperaría en un patrón aleatorio.</a:t>
            </a:r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Esto confirma el agrupamiento: hay áreas con alta densidad de árboles y áreas con muy pocos (o ningún) árbol.</a:t>
            </a:r>
            <a:br>
              <a:rPr lang="es-CO" dirty="0"/>
            </a:b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2682A6-1085-209A-82C8-96BF3D4283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7359F-CAA6-4C71-BA0B-CF262D80E2D0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1407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7359F-CAA6-4C71-BA0B-CF262D80E2D0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1891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La distribución no es al azar, las zonas calientes se agrupan con las zonas calientes y las zonas frías se agrupan con las zonas </a:t>
            </a:r>
            <a:r>
              <a:rPr lang="es-CO" dirty="0" err="1"/>
              <a:t>frias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7359F-CAA6-4C71-BA0B-CF262D80E2D0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47927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El único que convergió</a:t>
            </a:r>
            <a:br>
              <a:rPr lang="es-CO" dirty="0"/>
            </a:br>
            <a:r>
              <a:rPr lang="es-CO" dirty="0"/>
              <a:t>La dependencia espacial en los datos de temperatura es muy fuerte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7359F-CAA6-4C71-BA0B-CF262D80E2D0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8494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B7BCD7-B2A6-7E80-849F-9FCCBEDEF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AD6980-DC33-CF42-F8EA-C4747357D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4C1560-FE09-056E-303B-CBFA510DA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08CB-3BA2-4A0A-8CC4-A184BD1B85EE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C5E0DA-3B2D-9F96-0041-642BDDF4A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BEED3C-98C5-8656-6CF5-931E6730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E4EAA-2382-4BB2-BCA3-9E09B6AC2E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9792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6FA2A-85E6-51A2-7C33-A79F534FB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141A63-DA06-F9C8-79A0-2F26FACAB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C30FB0-4545-DA72-4CA7-682BC8BA9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08CB-3BA2-4A0A-8CC4-A184BD1B85EE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299247-03D5-3DA1-BEF6-2A7EA4F3D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9B1899-07FD-F028-63B3-F309AE299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E4EAA-2382-4BB2-BCA3-9E09B6AC2E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1806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DEC612-01FB-FFA7-A1A0-4B69062C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959915-8050-1B84-8D3D-EB113F093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296FA4-C97B-833B-6708-2833D2D45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08CB-3BA2-4A0A-8CC4-A184BD1B85EE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83C391-6702-1114-E872-B0468A031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83E79D-4247-8048-F3E7-A440560DA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E4EAA-2382-4BB2-BCA3-9E09B6AC2E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9111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DE8FC8-016C-7B57-6E7C-E82F11551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02871D-6B4D-6467-5F26-02B8610D8B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01E34F-D279-0878-3C98-9EB709C42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D39F1C-F7C5-29DE-9432-AB239C9AA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08CB-3BA2-4A0A-8CC4-A184BD1B85EE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4BA5AB-3820-C42E-B081-D3998C6D4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91708F-D2A1-319B-68D9-390BF118D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E4EAA-2382-4BB2-BCA3-9E09B6AC2E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60706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DDCCA-8820-4AB0-FBA6-C9FF12C92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3F67BE-33F5-F986-40B4-BA3148E0F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907E116-85B1-4A09-7E59-CCF68BC92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716BBE-1989-6A77-B94E-80B7DB5278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637DEBD-73D8-4B15-9F0B-B52BCBF540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3C74A80-BC8A-E620-0051-EA2DA1DDD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08CB-3BA2-4A0A-8CC4-A184BD1B85EE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D886D54-6905-80D9-F4CE-B5BCA252E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3CA135-173D-BEE4-203C-C9266997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E4EAA-2382-4BB2-BCA3-9E09B6AC2E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395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E0E1D0-671E-B0E6-081A-E8F1675AB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7EC1DB-AA90-BAE8-6847-D5855E912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08CB-3BA2-4A0A-8CC4-A184BD1B85EE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696627B-A297-32A4-01C2-A77ED809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4CAB0E7-C0DC-0370-380D-208F9EDCD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E4EAA-2382-4BB2-BCA3-9E09B6AC2E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8821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2081BD2-DE2E-428F-F01F-9F652780E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08CB-3BA2-4A0A-8CC4-A184BD1B85EE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D4AC2B2-F777-7170-0500-B867F1436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A88286-0896-3998-BBA4-C97006601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E4EAA-2382-4BB2-BCA3-9E09B6AC2E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010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D40425-C4BD-3A86-333A-0477E48D9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E8CCFC-63BE-A0F1-C0BB-843F07374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3BED417-305B-9DFB-6677-E18028726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0F8159-013F-516D-0B49-CACF79AC9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08CB-3BA2-4A0A-8CC4-A184BD1B85EE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97CAAE-B730-9D61-5FD3-64AF18062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264779-4260-A942-592D-9650E076F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E4EAA-2382-4BB2-BCA3-9E09B6AC2E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3688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139A9C-0509-089D-754A-446E3B101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27D0A22-9657-413B-8886-02F06DE534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CBC1BD-6F72-732D-750E-C695A9360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F6B69B-8ED8-78ED-68A7-2935FE348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08CB-3BA2-4A0A-8CC4-A184BD1B85EE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C2B930-B00C-8D78-37C7-C21C3812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963BD5-24A8-2E3B-FD08-93196385E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E4EAA-2382-4BB2-BCA3-9E09B6AC2E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7437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9C64C7-D0AA-4499-8B5D-74E8F6BF9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1D7BEF-70F7-A808-A55F-8F9A38A14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20814C-A0CD-BAD8-639D-415F1DC36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08CB-3BA2-4A0A-8CC4-A184BD1B85EE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291695-7D97-6283-B832-45D7AB46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46C5FF-A631-744C-447B-E88EC907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E4EAA-2382-4BB2-BCA3-9E09B6AC2E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3571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CCFEEB-C7C7-F4E4-95A6-B88678F070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9CC558C-A741-7A90-5134-361014F20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29BC48-84A9-E4DE-C523-4C7C3C961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08CB-3BA2-4A0A-8CC4-A184BD1B85EE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FE469C-2676-FEEC-0F63-598BF3ACC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15C5C0-52F2-DF9C-2E7F-BFB1E81E4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E4EAA-2382-4BB2-BCA3-9E09B6AC2E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3040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C298BED-D72C-3A3A-34C7-6259AB1E5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3A0378-F51F-A976-525B-C17A2DF8D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FD823B-3815-54DB-CDA3-9AEB1DC732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B08CB-3BA2-4A0A-8CC4-A184BD1B85EE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CAD1CC-46CD-F46D-DED8-FE6EBD3339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60FC96-1F55-F08B-26E1-9E832AF4E8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5E4EAA-2382-4BB2-BCA3-9E09B6AC2E3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759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6;g2d442633c56_1_0">
            <a:extLst>
              <a:ext uri="{FF2B5EF4-FFF2-40B4-BE49-F238E27FC236}">
                <a16:creationId xmlns:a16="http://schemas.microsoft.com/office/drawing/2014/main" id="{61BE7E70-EFF6-B549-824A-A838EAFA3650}"/>
              </a:ext>
            </a:extLst>
          </p:cNvPr>
          <p:cNvSpPr txBox="1"/>
          <p:nvPr/>
        </p:nvSpPr>
        <p:spPr>
          <a:xfrm>
            <a:off x="-884904" y="5286919"/>
            <a:ext cx="9222658" cy="178783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 fontScale="25000" lnSpcReduction="20000"/>
          </a:bodyPr>
          <a:lstStyle/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600" dirty="0">
              <a:latin typeface="+mj-lt"/>
              <a:ea typeface="+mj-ea"/>
              <a:cs typeface="+mj-cs"/>
              <a:sym typeface="Libre Franklin"/>
            </a:endParaRPr>
          </a:p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0000" b="1" dirty="0">
              <a:latin typeface="Abadi" panose="020F0502020204030204" pitchFamily="34" charset="0"/>
              <a:ea typeface="+mj-ea"/>
              <a:cs typeface="+mj-cs"/>
              <a:sym typeface="Libre Franklin"/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200" dirty="0">
                <a:latin typeface="Abadi" panose="020F0502020204030204" pitchFamily="34" charset="0"/>
                <a:sym typeface="Libre Franklin"/>
              </a:rPr>
              <a:t>Manuela Zuluaga Sánchez - </a:t>
            </a:r>
            <a:r>
              <a:rPr lang="en-US" sz="9200" dirty="0" err="1">
                <a:latin typeface="Abadi" panose="020F0502020204030204" pitchFamily="34" charset="0"/>
                <a:sym typeface="Libre Franklin"/>
              </a:rPr>
              <a:t>Ingeniera</a:t>
            </a:r>
            <a:r>
              <a:rPr lang="en-US" sz="9200" dirty="0">
                <a:latin typeface="Abadi" panose="020F0502020204030204" pitchFamily="34" charset="0"/>
                <a:sym typeface="Libre Franklin"/>
              </a:rPr>
              <a:t> Forestal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9200" dirty="0">
              <a:latin typeface="Abadi" panose="020F0502020204030204" pitchFamily="34" charset="0"/>
              <a:sym typeface="Libre Franklin"/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200" dirty="0" err="1">
                <a:latin typeface="Abadi" panose="020F0502020204030204" pitchFamily="34" charset="0"/>
                <a:sym typeface="Libre Franklin"/>
              </a:rPr>
              <a:t>Maestría</a:t>
            </a:r>
            <a:r>
              <a:rPr lang="en-US" sz="9200" dirty="0">
                <a:latin typeface="Abadi" panose="020F0502020204030204" pitchFamily="34" charset="0"/>
                <a:sym typeface="Libre Franklin"/>
              </a:rPr>
              <a:t> </a:t>
            </a:r>
            <a:r>
              <a:rPr lang="en-US" sz="9200" dirty="0" err="1">
                <a:latin typeface="Abadi" panose="020F0502020204030204" pitchFamily="34" charset="0"/>
                <a:sym typeface="Libre Franklin"/>
              </a:rPr>
              <a:t>en</a:t>
            </a:r>
            <a:r>
              <a:rPr lang="en-US" sz="9200" dirty="0">
                <a:latin typeface="Abadi" panose="020F0502020204030204" pitchFamily="34" charset="0"/>
                <a:sym typeface="Libre Franklin"/>
              </a:rPr>
              <a:t> Medio </a:t>
            </a:r>
            <a:r>
              <a:rPr lang="en-US" sz="9200" dirty="0" err="1">
                <a:latin typeface="Abadi" panose="020F0502020204030204" pitchFamily="34" charset="0"/>
                <a:sym typeface="Libre Franklin"/>
              </a:rPr>
              <a:t>Ambiente</a:t>
            </a:r>
            <a:r>
              <a:rPr lang="en-US" sz="9200" dirty="0">
                <a:latin typeface="Abadi" panose="020F0502020204030204" pitchFamily="34" charset="0"/>
                <a:sym typeface="Libre Franklin"/>
              </a:rPr>
              <a:t> y Desarrollo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9200" dirty="0">
              <a:latin typeface="Abadi" panose="020F0502020204030204" pitchFamily="34" charset="0"/>
              <a:sym typeface="Libre Franklin"/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200" dirty="0" err="1">
                <a:latin typeface="Abadi" panose="020F0502020204030204" pitchFamily="34" charset="0"/>
                <a:sym typeface="Libre Franklin"/>
              </a:rPr>
              <a:t>Análisis</a:t>
            </a:r>
            <a:r>
              <a:rPr lang="en-US" sz="9200" dirty="0">
                <a:latin typeface="Abadi" panose="020F0502020204030204" pitchFamily="34" charset="0"/>
                <a:sym typeface="Libre Franklin"/>
              </a:rPr>
              <a:t> </a:t>
            </a:r>
            <a:r>
              <a:rPr lang="en-US" sz="9200" dirty="0" err="1">
                <a:latin typeface="Abadi" panose="020F0502020204030204" pitchFamily="34" charset="0"/>
                <a:sym typeface="Libre Franklin"/>
              </a:rPr>
              <a:t>Geoespacial</a:t>
            </a:r>
            <a:r>
              <a:rPr lang="en-US" sz="9200" dirty="0">
                <a:latin typeface="Abadi" panose="020F0502020204030204" pitchFamily="34" charset="0"/>
                <a:sym typeface="Libre Franklin"/>
              </a:rPr>
              <a:t> 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200" dirty="0">
                <a:latin typeface="Abadi" panose="020F0502020204030204" pitchFamily="34" charset="0"/>
                <a:sym typeface="Libre Franklin"/>
              </a:rPr>
              <a:t>2026 - 01</a:t>
            </a:r>
          </a:p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400" b="1" dirty="0">
              <a:latin typeface="+mj-lt"/>
              <a:ea typeface="+mj-ea"/>
              <a:cs typeface="+mj-cs"/>
              <a:sym typeface="Libre Franklin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648D1B1-D875-0E85-334A-6E891EB15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238" y="4898103"/>
            <a:ext cx="2182761" cy="193612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FF402DA-6C10-0BA9-6454-04E6D2C54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6977304" cy="461132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F8F0B38-C659-A3E7-BE77-CD9A7AB65C52}"/>
              </a:ext>
            </a:extLst>
          </p:cNvPr>
          <p:cNvSpPr txBox="1"/>
          <p:nvPr/>
        </p:nvSpPr>
        <p:spPr>
          <a:xfrm>
            <a:off x="6977305" y="1351555"/>
            <a:ext cx="5214695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 err="1">
                <a:latin typeface="Abadi" panose="020F0502020204030204" pitchFamily="34" charset="0"/>
                <a:sym typeface="Libre Franklin"/>
              </a:rPr>
              <a:t>Análisis</a:t>
            </a:r>
            <a:r>
              <a:rPr lang="en-US" sz="4000" b="1" dirty="0">
                <a:latin typeface="Abadi" panose="020F0502020204030204" pitchFamily="34" charset="0"/>
                <a:sym typeface="Libre Franklin"/>
              </a:rPr>
              <a:t> </a:t>
            </a:r>
            <a:r>
              <a:rPr lang="en-US" sz="4000" b="1" dirty="0" err="1">
                <a:latin typeface="Abadi" panose="020F0502020204030204" pitchFamily="34" charset="0"/>
                <a:sym typeface="Libre Franklin"/>
              </a:rPr>
              <a:t>espacial</a:t>
            </a:r>
            <a:r>
              <a:rPr lang="en-US" sz="4000" b="1" dirty="0">
                <a:latin typeface="Abadi" panose="020F0502020204030204" pitchFamily="34" charset="0"/>
                <a:sym typeface="Libre Franklin"/>
              </a:rPr>
              <a:t> de la Isla de Calor Urbana </a:t>
            </a:r>
            <a:r>
              <a:rPr lang="en-US" sz="4000" b="1" dirty="0" err="1">
                <a:latin typeface="Abadi" panose="020F0502020204030204" pitchFamily="34" charset="0"/>
                <a:sym typeface="Libre Franklin"/>
              </a:rPr>
              <a:t>en</a:t>
            </a:r>
            <a:r>
              <a:rPr lang="en-US" sz="4000" b="1" dirty="0">
                <a:latin typeface="Abadi" panose="020F0502020204030204" pitchFamily="34" charset="0"/>
                <a:sym typeface="Libre Franklin"/>
              </a:rPr>
              <a:t> Medellín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b="1" dirty="0">
              <a:latin typeface="Abadi" panose="020F0502020204030204" pitchFamily="34" charset="0"/>
              <a:sym typeface="Libre Franklin"/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 err="1">
                <a:latin typeface="Abadi" panose="020F0502020204030204" pitchFamily="34" charset="0"/>
                <a:sym typeface="Libre Franklin"/>
              </a:rPr>
              <a:t>Análisis</a:t>
            </a:r>
            <a:r>
              <a:rPr lang="en-US" sz="4000" dirty="0">
                <a:latin typeface="Abadi" panose="020F0502020204030204" pitchFamily="34" charset="0"/>
                <a:sym typeface="Libre Franklin"/>
              </a:rPr>
              <a:t> de puntos y </a:t>
            </a:r>
            <a:r>
              <a:rPr lang="en-US" sz="4000" dirty="0" err="1">
                <a:latin typeface="Abadi" panose="020F0502020204030204" pitchFamily="34" charset="0"/>
                <a:sym typeface="Libre Franklin"/>
              </a:rPr>
              <a:t>áreas</a:t>
            </a:r>
            <a:endParaRPr lang="en-US" sz="4000" dirty="0">
              <a:latin typeface="Abadi" panose="020F0502020204030204" pitchFamily="34" charset="0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497813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1665D44-D25D-1945-6111-258628B3455A}"/>
              </a:ext>
            </a:extLst>
          </p:cNvPr>
          <p:cNvSpPr txBox="1"/>
          <p:nvPr/>
        </p:nvSpPr>
        <p:spPr>
          <a:xfrm>
            <a:off x="7821809" y="3076874"/>
            <a:ext cx="3087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Abadi" panose="020B0604020104020204" pitchFamily="34" charset="0"/>
              </a:rPr>
              <a:t>23 registros (2013-2026)</a:t>
            </a:r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C64FB93E-6B8D-A279-3329-2E8917272FFD}"/>
              </a:ext>
            </a:extLst>
          </p:cNvPr>
          <p:cNvSpPr txBox="1"/>
          <p:nvPr/>
        </p:nvSpPr>
        <p:spPr>
          <a:xfrm>
            <a:off x="3820815" y="22259"/>
            <a:ext cx="3769954" cy="63181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5601"/>
              </a:lnSpc>
            </a:pPr>
            <a:r>
              <a:rPr lang="en-US" sz="3600" b="1" dirty="0">
                <a:latin typeface="Abadi" panose="020B0604020104020204" pitchFamily="34" charset="0"/>
                <a:sym typeface="TT Rounds Condensed Bold"/>
              </a:rPr>
              <a:t>Fuentes de </a:t>
            </a:r>
            <a:r>
              <a:rPr lang="en-US" sz="3600" b="1" dirty="0" err="1">
                <a:latin typeface="Abadi" panose="020B0604020104020204" pitchFamily="34" charset="0"/>
                <a:sym typeface="TT Rounds Condensed Bold"/>
              </a:rPr>
              <a:t>datos</a:t>
            </a:r>
            <a:endParaRPr lang="en-US" sz="3600" b="1" dirty="0">
              <a:latin typeface="Abadi" panose="020B0604020104020204" pitchFamily="34" charset="0"/>
              <a:sym typeface="TT Rounds Condensed Bold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75ADBA8-B650-6D87-DF90-CB055535E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740" y="0"/>
            <a:ext cx="2566260" cy="256626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F1DFDD3-3045-8539-26E6-966C4BB6F063}"/>
              </a:ext>
            </a:extLst>
          </p:cNvPr>
          <p:cNvSpPr txBox="1"/>
          <p:nvPr/>
        </p:nvSpPr>
        <p:spPr>
          <a:xfrm>
            <a:off x="7590770" y="2709012"/>
            <a:ext cx="4678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latin typeface="Abadi" panose="020B0604020104020204" pitchFamily="34" charset="0"/>
              </a:rPr>
              <a:t>Imágenes Landsat 8-9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93919DD-FD42-C35F-5D10-E22D118DD7E7}"/>
              </a:ext>
            </a:extLst>
          </p:cNvPr>
          <p:cNvSpPr txBox="1"/>
          <p:nvPr/>
        </p:nvSpPr>
        <p:spPr>
          <a:xfrm>
            <a:off x="7590768" y="5101018"/>
            <a:ext cx="4678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latin typeface="Abadi" panose="020B0604020104020204" pitchFamily="34" charset="0"/>
              </a:rPr>
              <a:t>Registro de árboles urbanos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B2D699-F8A4-3D28-93C8-DAADDF149CC3}"/>
              </a:ext>
            </a:extLst>
          </p:cNvPr>
          <p:cNvSpPr txBox="1"/>
          <p:nvPr/>
        </p:nvSpPr>
        <p:spPr>
          <a:xfrm>
            <a:off x="7818467" y="4197528"/>
            <a:ext cx="4222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err="1">
                <a:latin typeface="Abadi" panose="020B0604020104020204" pitchFamily="34" charset="0"/>
              </a:rPr>
              <a:t>Geodatabase</a:t>
            </a:r>
            <a:r>
              <a:rPr lang="es-CO" dirty="0">
                <a:latin typeface="Abadi" panose="020B0604020104020204" pitchFamily="34" charset="0"/>
              </a:rPr>
              <a:t> municipios Área Metropolitana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300CCA0-D10A-6A29-E892-451535C2BA14}"/>
              </a:ext>
            </a:extLst>
          </p:cNvPr>
          <p:cNvSpPr txBox="1"/>
          <p:nvPr/>
        </p:nvSpPr>
        <p:spPr>
          <a:xfrm>
            <a:off x="7590768" y="3829666"/>
            <a:ext cx="4678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latin typeface="Abadi" panose="020B0604020104020204" pitchFamily="34" charset="0"/>
              </a:rPr>
              <a:t>Cartografía AMVA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D76AE58-0C66-CD3D-B443-779625731EBE}"/>
              </a:ext>
            </a:extLst>
          </p:cNvPr>
          <p:cNvSpPr txBox="1"/>
          <p:nvPr/>
        </p:nvSpPr>
        <p:spPr>
          <a:xfrm>
            <a:off x="7818465" y="5516517"/>
            <a:ext cx="422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Abadi" panose="020B0604020104020204" pitchFamily="34" charset="0"/>
              </a:rPr>
              <a:t>Metadatos árboles SAU</a:t>
            </a: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B0126A17-FB25-7D75-3743-C7F42479DC29}"/>
              </a:ext>
            </a:extLst>
          </p:cNvPr>
          <p:cNvCxnSpPr>
            <a:cxnSpLocks/>
          </p:cNvCxnSpPr>
          <p:nvPr/>
        </p:nvCxnSpPr>
        <p:spPr>
          <a:xfrm>
            <a:off x="5997501" y="3170677"/>
            <a:ext cx="14680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8D94CC56-BB33-2932-A8CA-A30DAD351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5" y="2053156"/>
            <a:ext cx="5677392" cy="4782585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20E9A5E5-7035-83B2-2D23-AEE2AE37B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64" y="958505"/>
            <a:ext cx="5749238" cy="5899495"/>
          </a:xfrm>
          <a:prstGeom prst="rect">
            <a:avLst/>
          </a:prstGeom>
        </p:spPr>
      </p:pic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7B6987AE-E0A1-425D-FCC4-60DB51647428}"/>
              </a:ext>
            </a:extLst>
          </p:cNvPr>
          <p:cNvCxnSpPr>
            <a:cxnSpLocks/>
          </p:cNvCxnSpPr>
          <p:nvPr/>
        </p:nvCxnSpPr>
        <p:spPr>
          <a:xfrm>
            <a:off x="5594555" y="4436889"/>
            <a:ext cx="18733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1ABC44A8-FE13-F7E1-2E09-C2FB6D34240B}"/>
              </a:ext>
            </a:extLst>
          </p:cNvPr>
          <p:cNvCxnSpPr>
            <a:cxnSpLocks/>
          </p:cNvCxnSpPr>
          <p:nvPr/>
        </p:nvCxnSpPr>
        <p:spPr>
          <a:xfrm>
            <a:off x="4286865" y="5562683"/>
            <a:ext cx="33039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2" grpId="0"/>
      <p:bldP spid="5" grpId="0"/>
      <p:bldP spid="8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0">
            <a:extLst>
              <a:ext uri="{FF2B5EF4-FFF2-40B4-BE49-F238E27FC236}">
                <a16:creationId xmlns:a16="http://schemas.microsoft.com/office/drawing/2014/main" id="{A225B710-8DE4-0E0E-4B88-4367718608EF}"/>
              </a:ext>
            </a:extLst>
          </p:cNvPr>
          <p:cNvSpPr txBox="1"/>
          <p:nvPr/>
        </p:nvSpPr>
        <p:spPr>
          <a:xfrm>
            <a:off x="3239955" y="157316"/>
            <a:ext cx="6336664" cy="63181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5601"/>
              </a:lnSpc>
            </a:pPr>
            <a:r>
              <a:rPr lang="en-US" sz="3600" b="1" dirty="0" err="1">
                <a:latin typeface="Abadi" panose="020B0604020104020204" pitchFamily="34" charset="0"/>
                <a:sym typeface="TT Rounds Condensed Bold"/>
              </a:rPr>
              <a:t>Análisis</a:t>
            </a:r>
            <a:r>
              <a:rPr lang="en-US" sz="3600" b="1" dirty="0">
                <a:latin typeface="Abadi" panose="020B0604020104020204" pitchFamily="34" charset="0"/>
                <a:sym typeface="TT Rounds Condensed Bold"/>
              </a:rPr>
              <a:t> </a:t>
            </a:r>
            <a:r>
              <a:rPr lang="en-US" sz="3600" b="1" dirty="0" err="1">
                <a:latin typeface="Abadi" panose="020B0604020104020204" pitchFamily="34" charset="0"/>
                <a:sym typeface="TT Rounds Condensed Bold"/>
              </a:rPr>
              <a:t>exploratorio</a:t>
            </a:r>
            <a:r>
              <a:rPr lang="en-US" sz="3600" b="1" dirty="0">
                <a:latin typeface="Abadi" panose="020B0604020104020204" pitchFamily="34" charset="0"/>
                <a:sym typeface="TT Rounds Condensed Bold"/>
              </a:rPr>
              <a:t> </a:t>
            </a:r>
            <a:r>
              <a:rPr lang="en-US" sz="3600" b="1" dirty="0" err="1">
                <a:latin typeface="Abadi" panose="020B0604020104020204" pitchFamily="34" charset="0"/>
                <a:sym typeface="TT Rounds Condensed Bold"/>
              </a:rPr>
              <a:t>inicial</a:t>
            </a:r>
            <a:endParaRPr lang="en-US" sz="3600" b="1" dirty="0">
              <a:latin typeface="Abadi" panose="020B0604020104020204" pitchFamily="34" charset="0"/>
              <a:sym typeface="TT Rounds Condensed Bold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DA6058D-A144-B765-1434-C9EB6BD9F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5" y="798233"/>
            <a:ext cx="6655135" cy="578139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A20ABF5A-17F4-D545-5DDD-6ACC8703A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053" y="1942547"/>
            <a:ext cx="4973986" cy="1232087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4150AF1A-C44C-4589-A53A-9BD296F4A4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460" y="4065639"/>
            <a:ext cx="5085458" cy="1032386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714914D4-6103-264C-C1B9-27A4A9D96C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2470" y="1436143"/>
            <a:ext cx="4943892" cy="449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869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0">
            <a:extLst>
              <a:ext uri="{FF2B5EF4-FFF2-40B4-BE49-F238E27FC236}">
                <a16:creationId xmlns:a16="http://schemas.microsoft.com/office/drawing/2014/main" id="{B654F24E-9D7E-A9D3-5B5D-07277E484FA1}"/>
              </a:ext>
            </a:extLst>
          </p:cNvPr>
          <p:cNvSpPr txBox="1"/>
          <p:nvPr/>
        </p:nvSpPr>
        <p:spPr>
          <a:xfrm>
            <a:off x="3239955" y="157316"/>
            <a:ext cx="6336664" cy="63181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5601"/>
              </a:lnSpc>
            </a:pPr>
            <a:r>
              <a:rPr lang="en-US" sz="3600" b="1" dirty="0" err="1">
                <a:latin typeface="Abadi" panose="020B0604020104020204" pitchFamily="34" charset="0"/>
                <a:sym typeface="TT Rounds Condensed Bold"/>
              </a:rPr>
              <a:t>Análisis</a:t>
            </a:r>
            <a:r>
              <a:rPr lang="en-US" sz="3600" b="1" dirty="0">
                <a:latin typeface="Abadi" panose="020B0604020104020204" pitchFamily="34" charset="0"/>
                <a:sym typeface="TT Rounds Condensed Bold"/>
              </a:rPr>
              <a:t> </a:t>
            </a:r>
            <a:r>
              <a:rPr lang="en-US" sz="3600" b="1" dirty="0" err="1">
                <a:latin typeface="Abadi" panose="020B0604020104020204" pitchFamily="34" charset="0"/>
                <a:sym typeface="TT Rounds Condensed Bold"/>
              </a:rPr>
              <a:t>exploratorio</a:t>
            </a:r>
            <a:r>
              <a:rPr lang="en-US" sz="3600" b="1" dirty="0">
                <a:latin typeface="Abadi" panose="020B0604020104020204" pitchFamily="34" charset="0"/>
                <a:sym typeface="TT Rounds Condensed Bold"/>
              </a:rPr>
              <a:t> </a:t>
            </a:r>
            <a:r>
              <a:rPr lang="en-US" sz="3600" b="1" dirty="0" err="1">
                <a:latin typeface="Abadi" panose="020B0604020104020204" pitchFamily="34" charset="0"/>
                <a:sym typeface="TT Rounds Condensed Bold"/>
              </a:rPr>
              <a:t>inicial</a:t>
            </a:r>
            <a:endParaRPr lang="en-US" sz="3600" b="1" dirty="0">
              <a:latin typeface="Abadi" panose="020B0604020104020204" pitchFamily="34" charset="0"/>
              <a:sym typeface="TT Rounds Condensed Bold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33623DB-F38A-1E0E-6A45-3D4937457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425" y="2126375"/>
            <a:ext cx="4729316" cy="63909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2F1A2F7-A7A0-8F17-1C67-72F5C10D6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64" y="789128"/>
            <a:ext cx="6550807" cy="571139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C7ACE05-A1E1-BB11-7CB9-03B638DB4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973" y="3367548"/>
            <a:ext cx="5128219" cy="100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726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0">
            <a:extLst>
              <a:ext uri="{FF2B5EF4-FFF2-40B4-BE49-F238E27FC236}">
                <a16:creationId xmlns:a16="http://schemas.microsoft.com/office/drawing/2014/main" id="{6FF3EFF4-3249-E4F9-3FB9-65D5070B6D01}"/>
              </a:ext>
            </a:extLst>
          </p:cNvPr>
          <p:cNvSpPr txBox="1"/>
          <p:nvPr/>
        </p:nvSpPr>
        <p:spPr>
          <a:xfrm>
            <a:off x="2900517" y="136886"/>
            <a:ext cx="5839606" cy="63181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5601"/>
              </a:lnSpc>
            </a:pPr>
            <a:r>
              <a:rPr lang="en-US" sz="3600" b="1" dirty="0" err="1">
                <a:latin typeface="Abadi" panose="020B0604020104020204" pitchFamily="34" charset="0"/>
                <a:sym typeface="TT Rounds Condensed Bold"/>
              </a:rPr>
              <a:t>Análisis</a:t>
            </a:r>
            <a:r>
              <a:rPr lang="en-US" sz="3600" b="1" dirty="0">
                <a:latin typeface="Abadi" panose="020B0604020104020204" pitchFamily="34" charset="0"/>
                <a:sym typeface="TT Rounds Condensed Bold"/>
              </a:rPr>
              <a:t> </a:t>
            </a:r>
            <a:r>
              <a:rPr lang="en-US" sz="3600" b="1" dirty="0" err="1">
                <a:latin typeface="Abadi" panose="020B0604020104020204" pitchFamily="34" charset="0"/>
                <a:sym typeface="TT Rounds Condensed Bold"/>
              </a:rPr>
              <a:t>exploratorio</a:t>
            </a:r>
            <a:r>
              <a:rPr lang="en-US" sz="3600" b="1" dirty="0">
                <a:latin typeface="Abadi" panose="020B0604020104020204" pitchFamily="34" charset="0"/>
                <a:sym typeface="TT Rounds Condensed Bold"/>
              </a:rPr>
              <a:t> </a:t>
            </a:r>
            <a:r>
              <a:rPr lang="en-US" sz="3600" b="1" dirty="0" err="1">
                <a:latin typeface="Abadi" panose="020B0604020104020204" pitchFamily="34" charset="0"/>
                <a:sym typeface="TT Rounds Condensed Bold"/>
              </a:rPr>
              <a:t>inicial</a:t>
            </a:r>
            <a:endParaRPr lang="en-US" sz="3600" b="1" dirty="0">
              <a:latin typeface="Abadi" panose="020B0604020104020204" pitchFamily="34" charset="0"/>
              <a:sym typeface="TT Rounds Condensed Bold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0748C0D-F71E-2319-58F9-D3A8C0C9DE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9384"/>
            <a:ext cx="12192000" cy="522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755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0">
            <a:extLst>
              <a:ext uri="{FF2B5EF4-FFF2-40B4-BE49-F238E27FC236}">
                <a16:creationId xmlns:a16="http://schemas.microsoft.com/office/drawing/2014/main" id="{5FA41126-8D09-DE75-E71E-5835F5B039F1}"/>
              </a:ext>
            </a:extLst>
          </p:cNvPr>
          <p:cNvSpPr txBox="1"/>
          <p:nvPr/>
        </p:nvSpPr>
        <p:spPr>
          <a:xfrm>
            <a:off x="4016703" y="36234"/>
            <a:ext cx="4507864" cy="63181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5601"/>
              </a:lnSpc>
            </a:pPr>
            <a:r>
              <a:rPr lang="en-US" sz="3600" b="1" dirty="0" err="1">
                <a:latin typeface="Abadi" panose="020B0604020104020204" pitchFamily="34" charset="0"/>
                <a:sym typeface="TT Rounds Condensed Bold"/>
              </a:rPr>
              <a:t>Patrones</a:t>
            </a:r>
            <a:r>
              <a:rPr lang="en-US" sz="3600" b="1" dirty="0">
                <a:latin typeface="Abadi" panose="020B0604020104020204" pitchFamily="34" charset="0"/>
                <a:sym typeface="TT Rounds Condensed Bold"/>
              </a:rPr>
              <a:t> de puntos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5B2B165-3E47-7D03-525A-35D034264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78" y="706846"/>
            <a:ext cx="6223820" cy="611491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A55E6D3-E7EE-C103-87AA-48CDC55ABC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298" y="1771561"/>
            <a:ext cx="5638433" cy="449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695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47FE2-6B7A-266D-11DC-08FDC5D2C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0">
            <a:extLst>
              <a:ext uri="{FF2B5EF4-FFF2-40B4-BE49-F238E27FC236}">
                <a16:creationId xmlns:a16="http://schemas.microsoft.com/office/drawing/2014/main" id="{B4A5584E-7849-5724-5D8D-A2CE266F0914}"/>
              </a:ext>
            </a:extLst>
          </p:cNvPr>
          <p:cNvSpPr txBox="1"/>
          <p:nvPr/>
        </p:nvSpPr>
        <p:spPr>
          <a:xfrm>
            <a:off x="3276713" y="116769"/>
            <a:ext cx="5638574" cy="63181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5601"/>
              </a:lnSpc>
            </a:pPr>
            <a:r>
              <a:rPr lang="en-US" sz="3600" b="1" dirty="0" err="1">
                <a:latin typeface="Abadi" panose="020B0604020104020204" pitchFamily="34" charset="0"/>
                <a:sym typeface="TT Rounds Condensed Bold"/>
              </a:rPr>
              <a:t>Densidad</a:t>
            </a:r>
            <a:r>
              <a:rPr lang="en-US" sz="3600" b="1" dirty="0">
                <a:latin typeface="Abadi" panose="020B0604020104020204" pitchFamily="34" charset="0"/>
                <a:sym typeface="TT Rounds Condensed Bold"/>
              </a:rPr>
              <a:t> de Kernel (KDE)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5C60E55-6137-C55C-BA0C-551702C94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80" y="845574"/>
            <a:ext cx="6391659" cy="601242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DFFBB33-AD71-9BD1-F290-ADEF5C2749C5}"/>
              </a:ext>
            </a:extLst>
          </p:cNvPr>
          <p:cNvSpPr txBox="1"/>
          <p:nvPr/>
        </p:nvSpPr>
        <p:spPr>
          <a:xfrm>
            <a:off x="7345016" y="2472324"/>
            <a:ext cx="36476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CO" dirty="0"/>
              <a:t>Ancho de banda: 500m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Los árboles están concentrados en el centro de la ciudad</a:t>
            </a:r>
          </a:p>
          <a:p>
            <a:pPr marL="285750" indent="-285750">
              <a:buFontTx/>
              <a:buChar char="-"/>
            </a:pPr>
            <a:endParaRPr lang="es-CO" dirty="0"/>
          </a:p>
          <a:p>
            <a:pPr marL="285750" indent="-285750">
              <a:buFontTx/>
              <a:buChar char="-"/>
            </a:pPr>
            <a:r>
              <a:rPr lang="es-CO" dirty="0"/>
              <a:t>Zonas residenciales y parques</a:t>
            </a:r>
          </a:p>
        </p:txBody>
      </p:sp>
    </p:spTree>
    <p:extLst>
      <p:ext uri="{BB962C8B-B14F-4D97-AF65-F5344CB8AC3E}">
        <p14:creationId xmlns:p14="http://schemas.microsoft.com/office/powerpoint/2010/main" val="3348384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805B8-32CC-BC7D-3F2C-73A739FCB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0">
            <a:extLst>
              <a:ext uri="{FF2B5EF4-FFF2-40B4-BE49-F238E27FC236}">
                <a16:creationId xmlns:a16="http://schemas.microsoft.com/office/drawing/2014/main" id="{FD4282E8-09EF-E565-A550-3FA5659E74E1}"/>
              </a:ext>
            </a:extLst>
          </p:cNvPr>
          <p:cNvSpPr txBox="1"/>
          <p:nvPr/>
        </p:nvSpPr>
        <p:spPr>
          <a:xfrm>
            <a:off x="3842068" y="118189"/>
            <a:ext cx="4507864" cy="63181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5601"/>
              </a:lnSpc>
            </a:pPr>
            <a:r>
              <a:rPr lang="en-US" sz="3600" b="1" dirty="0">
                <a:latin typeface="Abadi" panose="020B0604020104020204" pitchFamily="34" charset="0"/>
                <a:sym typeface="TT Rounds Condensed Bold"/>
              </a:rPr>
              <a:t>Distancia </a:t>
            </a:r>
            <a:r>
              <a:rPr lang="en-US" sz="3600" b="1" dirty="0" err="1">
                <a:latin typeface="Abadi" panose="020B0604020104020204" pitchFamily="34" charset="0"/>
                <a:sym typeface="TT Rounds Condensed Bold"/>
              </a:rPr>
              <a:t>estándar</a:t>
            </a:r>
            <a:endParaRPr lang="en-US" sz="3600" b="1" dirty="0">
              <a:latin typeface="Abadi" panose="020B0604020104020204" pitchFamily="34" charset="0"/>
              <a:sym typeface="TT Rounds Condensed Bold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22ECEFC-62D3-916E-772B-64E94AE60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4466"/>
            <a:ext cx="7298514" cy="59720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D8F323C-FD14-C594-7A47-080315DF7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8514" y="2797603"/>
            <a:ext cx="4604578" cy="108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183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0">
            <a:extLst>
              <a:ext uri="{FF2B5EF4-FFF2-40B4-BE49-F238E27FC236}">
                <a16:creationId xmlns:a16="http://schemas.microsoft.com/office/drawing/2014/main" id="{E7E43CF5-FBBA-26EC-B7C3-0934FA888433}"/>
              </a:ext>
            </a:extLst>
          </p:cNvPr>
          <p:cNvSpPr txBox="1"/>
          <p:nvPr/>
        </p:nvSpPr>
        <p:spPr>
          <a:xfrm>
            <a:off x="3656717" y="105832"/>
            <a:ext cx="4507864" cy="63181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5601"/>
              </a:lnSpc>
            </a:pPr>
            <a:r>
              <a:rPr lang="en-US" sz="3600" b="1" dirty="0" err="1">
                <a:latin typeface="Abadi" panose="020B0604020104020204" pitchFamily="34" charset="0"/>
                <a:sym typeface="TT Rounds Condensed Bold"/>
              </a:rPr>
              <a:t>Funciones</a:t>
            </a:r>
            <a:r>
              <a:rPr lang="en-US" sz="3600" b="1" dirty="0">
                <a:latin typeface="Abadi" panose="020B0604020104020204" pitchFamily="34" charset="0"/>
                <a:sym typeface="TT Rounds Condensed Bold"/>
              </a:rPr>
              <a:t> de Ripley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18F7218-4C36-C22C-38E5-EC1263095B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65" y="852055"/>
            <a:ext cx="11865935" cy="515389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255888E8-5655-A03D-8201-190BA0F36D5C}"/>
              </a:ext>
            </a:extLst>
          </p:cNvPr>
          <p:cNvSpPr txBox="1"/>
          <p:nvPr/>
        </p:nvSpPr>
        <p:spPr>
          <a:xfrm>
            <a:off x="4263655" y="6209413"/>
            <a:ext cx="3487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Significativamente agrupados</a:t>
            </a:r>
          </a:p>
        </p:txBody>
      </p:sp>
    </p:spTree>
    <p:extLst>
      <p:ext uri="{BB962C8B-B14F-4D97-AF65-F5344CB8AC3E}">
        <p14:creationId xmlns:p14="http://schemas.microsoft.com/office/powerpoint/2010/main" val="1324702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742FC-5FD0-2D85-FC4C-D85DD38F4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0">
            <a:extLst>
              <a:ext uri="{FF2B5EF4-FFF2-40B4-BE49-F238E27FC236}">
                <a16:creationId xmlns:a16="http://schemas.microsoft.com/office/drawing/2014/main" id="{920ED4BB-5735-DF9D-2623-56D9E58124FD}"/>
              </a:ext>
            </a:extLst>
          </p:cNvPr>
          <p:cNvSpPr txBox="1"/>
          <p:nvPr/>
        </p:nvSpPr>
        <p:spPr>
          <a:xfrm>
            <a:off x="3656717" y="105832"/>
            <a:ext cx="4507864" cy="63181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5601"/>
              </a:lnSpc>
            </a:pPr>
            <a:r>
              <a:rPr lang="en-US" sz="3600" b="1" dirty="0" err="1">
                <a:latin typeface="Abadi" panose="020B0604020104020204" pitchFamily="34" charset="0"/>
                <a:sym typeface="TT Rounds Condensed Bold"/>
              </a:rPr>
              <a:t>Funciones</a:t>
            </a:r>
            <a:r>
              <a:rPr lang="en-US" sz="3600" b="1" dirty="0">
                <a:latin typeface="Abadi" panose="020B0604020104020204" pitchFamily="34" charset="0"/>
                <a:sym typeface="TT Rounds Condensed Bold"/>
              </a:rPr>
              <a:t> de Ripley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C647FA5-F017-9CCC-8C8C-32BF52249D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51" y="916932"/>
            <a:ext cx="11567194" cy="502413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BE5C4B4-2214-A61A-9B3C-5A85B143631A}"/>
              </a:ext>
            </a:extLst>
          </p:cNvPr>
          <p:cNvSpPr txBox="1"/>
          <p:nvPr/>
        </p:nvSpPr>
        <p:spPr>
          <a:xfrm>
            <a:off x="3172046" y="6105837"/>
            <a:ext cx="6003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/>
              <a:t>Más concentrados de lo que se esperaría en un patrón aleatorio</a:t>
            </a:r>
          </a:p>
        </p:txBody>
      </p:sp>
    </p:spTree>
    <p:extLst>
      <p:ext uri="{BB962C8B-B14F-4D97-AF65-F5344CB8AC3E}">
        <p14:creationId xmlns:p14="http://schemas.microsoft.com/office/powerpoint/2010/main" val="723939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44444141-9371-612F-4955-8A5E41AB6089}"/>
              </a:ext>
            </a:extLst>
          </p:cNvPr>
          <p:cNvSpPr txBox="1"/>
          <p:nvPr/>
        </p:nvSpPr>
        <p:spPr>
          <a:xfrm>
            <a:off x="3611829" y="90794"/>
            <a:ext cx="4965291" cy="6920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latin typeface="+mj-lt"/>
                <a:ea typeface="+mj-ea"/>
                <a:cs typeface="+mj-cs"/>
                <a:sym typeface="TT Rounds Condensed Bold"/>
              </a:rPr>
              <a:t>DBSCAN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0BB8BF7-CAFB-2D6D-60F4-7F65145F26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83" y="873623"/>
            <a:ext cx="6474914" cy="543217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7B88B44-679E-B098-738D-ECB7127E7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281" y="2124583"/>
            <a:ext cx="4807010" cy="1130554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91B624E-200E-5966-B92F-228A33D24AFB}"/>
              </a:ext>
            </a:extLst>
          </p:cNvPr>
          <p:cNvSpPr txBox="1"/>
          <p:nvPr/>
        </p:nvSpPr>
        <p:spPr>
          <a:xfrm>
            <a:off x="7586516" y="3965944"/>
            <a:ext cx="3513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No hay dispersión al azar</a:t>
            </a:r>
          </a:p>
        </p:txBody>
      </p:sp>
    </p:spTree>
    <p:extLst>
      <p:ext uri="{BB962C8B-B14F-4D97-AF65-F5344CB8AC3E}">
        <p14:creationId xmlns:p14="http://schemas.microsoft.com/office/powerpoint/2010/main" val="3367254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955E1F-23EE-CEAA-92C9-87A47A7FE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4BBEF97-E251-77D3-9D65-882FC7FBE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C66B1460-D272-BD07-AFB4-D142017E3533}"/>
              </a:ext>
            </a:extLst>
          </p:cNvPr>
          <p:cNvSpPr txBox="1"/>
          <p:nvPr/>
        </p:nvSpPr>
        <p:spPr>
          <a:xfrm>
            <a:off x="3611829" y="90794"/>
            <a:ext cx="4965291" cy="6920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latin typeface="+mj-lt"/>
                <a:ea typeface="+mj-ea"/>
                <a:cs typeface="+mj-cs"/>
                <a:sym typeface="TT Rounds Condensed Bold"/>
              </a:rPr>
              <a:t>Modelo </a:t>
            </a:r>
            <a:r>
              <a:rPr lang="en-US" sz="3600" b="1" dirty="0" err="1">
                <a:latin typeface="+mj-lt"/>
                <a:ea typeface="+mj-ea"/>
                <a:cs typeface="+mj-cs"/>
                <a:sym typeface="TT Rounds Condensed Bold"/>
              </a:rPr>
              <a:t>Gaussiano</a:t>
            </a:r>
            <a:endParaRPr lang="en-US" sz="3600" b="1" dirty="0">
              <a:latin typeface="+mj-lt"/>
              <a:ea typeface="+mj-ea"/>
              <a:cs typeface="+mj-cs"/>
              <a:sym typeface="TT Rounds Condensed Bold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05A68B4-2984-B935-6A7B-29F2F1305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3892"/>
            <a:ext cx="8303741" cy="499066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5C29597-EBF6-02EE-8566-0CC935F51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062" y="2691237"/>
            <a:ext cx="4460889" cy="147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732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1C480-0871-C76D-66ED-F06EE5A07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FCD0D86-7432-90B4-A6E1-5223DC5C3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B4F30B98-0399-B246-87A5-20DCE40ABC51}"/>
              </a:ext>
            </a:extLst>
          </p:cNvPr>
          <p:cNvSpPr txBox="1"/>
          <p:nvPr/>
        </p:nvSpPr>
        <p:spPr>
          <a:xfrm>
            <a:off x="3452341" y="0"/>
            <a:ext cx="4965291" cy="69203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 err="1">
                <a:latin typeface="+mj-lt"/>
                <a:ea typeface="+mj-ea"/>
                <a:cs typeface="+mj-cs"/>
                <a:sym typeface="TT Rounds Condensed Bold"/>
              </a:rPr>
              <a:t>Distribución</a:t>
            </a:r>
            <a:r>
              <a:rPr lang="en-US" sz="3600" b="1" dirty="0">
                <a:latin typeface="+mj-lt"/>
                <a:ea typeface="+mj-ea"/>
                <a:cs typeface="+mj-cs"/>
                <a:sym typeface="TT Rounds Condensed Bold"/>
              </a:rPr>
              <a:t> de </a:t>
            </a:r>
            <a:r>
              <a:rPr lang="en-US" sz="3600" b="1" dirty="0" err="1">
                <a:latin typeface="+mj-lt"/>
                <a:ea typeface="+mj-ea"/>
                <a:cs typeface="+mj-cs"/>
                <a:sym typeface="TT Rounds Condensed Bold"/>
              </a:rPr>
              <a:t>los</a:t>
            </a:r>
            <a:r>
              <a:rPr lang="en-US" sz="3600" b="1" dirty="0">
                <a:latin typeface="+mj-lt"/>
                <a:ea typeface="+mj-ea"/>
                <a:cs typeface="+mj-cs"/>
                <a:sym typeface="TT Rounds Condensed Bold"/>
              </a:rPr>
              <a:t> </a:t>
            </a:r>
            <a:r>
              <a:rPr lang="en-US" sz="3600" b="1" dirty="0" err="1">
                <a:latin typeface="+mj-lt"/>
                <a:ea typeface="+mj-ea"/>
                <a:cs typeface="+mj-cs"/>
                <a:sym typeface="TT Rounds Condensed Bold"/>
              </a:rPr>
              <a:t>residuales</a:t>
            </a:r>
            <a:endParaRPr lang="en-US" sz="3600" b="1" dirty="0">
              <a:latin typeface="+mj-lt"/>
              <a:ea typeface="+mj-ea"/>
              <a:cs typeface="+mj-cs"/>
              <a:sym typeface="TT Rounds Condensed Bold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461CC23-9A52-6DBC-3D08-D35AA1C5FB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170" y="782829"/>
            <a:ext cx="5218036" cy="330349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2D608DD-9220-35FE-460E-22AF75228B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56" y="4046630"/>
            <a:ext cx="8289864" cy="272057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EF81ACD-8A0F-6570-C0E5-A6286BFB26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0721" y="1876375"/>
            <a:ext cx="4485884" cy="111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470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0">
            <a:extLst>
              <a:ext uri="{FF2B5EF4-FFF2-40B4-BE49-F238E27FC236}">
                <a16:creationId xmlns:a16="http://schemas.microsoft.com/office/drawing/2014/main" id="{9C828C85-C0F6-230E-202B-C752B7C70FE9}"/>
              </a:ext>
            </a:extLst>
          </p:cNvPr>
          <p:cNvSpPr txBox="1"/>
          <p:nvPr/>
        </p:nvSpPr>
        <p:spPr>
          <a:xfrm>
            <a:off x="2093831" y="185362"/>
            <a:ext cx="8176235" cy="4855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 err="1">
                <a:latin typeface="+mj-lt"/>
                <a:ea typeface="+mj-ea"/>
                <a:cs typeface="+mj-cs"/>
                <a:sym typeface="TT Rounds Condensed Bold"/>
              </a:rPr>
              <a:t>Índice</a:t>
            </a:r>
            <a:r>
              <a:rPr lang="en-US" sz="2800" b="1" dirty="0">
                <a:latin typeface="+mj-lt"/>
                <a:ea typeface="+mj-ea"/>
                <a:cs typeface="+mj-cs"/>
                <a:sym typeface="TT Rounds Condensed Bold"/>
              </a:rPr>
              <a:t> de Moran (</a:t>
            </a:r>
            <a:r>
              <a:rPr lang="en-US" sz="2800" b="1" dirty="0" err="1">
                <a:latin typeface="+mj-lt"/>
                <a:ea typeface="+mj-ea"/>
                <a:cs typeface="+mj-cs"/>
                <a:sym typeface="TT Rounds Condensed Bold"/>
              </a:rPr>
              <a:t>Matríz</a:t>
            </a:r>
            <a:r>
              <a:rPr lang="en-US" sz="2800" b="1" dirty="0">
                <a:latin typeface="+mj-lt"/>
                <a:ea typeface="+mj-ea"/>
                <a:cs typeface="+mj-cs"/>
                <a:sym typeface="TT Rounds Condensed Bold"/>
              </a:rPr>
              <a:t> especial de pesos Queen)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F8AD97B-0C83-A162-3687-B497150F0819}"/>
              </a:ext>
            </a:extLst>
          </p:cNvPr>
          <p:cNvSpPr txBox="1"/>
          <p:nvPr/>
        </p:nvSpPr>
        <p:spPr>
          <a:xfrm>
            <a:off x="3437469" y="5627375"/>
            <a:ext cx="5317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Abadi" panose="020B0604020104020204" pitchFamily="34" charset="0"/>
              </a:rPr>
              <a:t>Autocorrelación espacial positiva y significativa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CE262DA-5FE0-EB96-20AA-37ADBFE5FF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69" y="861293"/>
            <a:ext cx="10863094" cy="446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24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0">
            <a:extLst>
              <a:ext uri="{FF2B5EF4-FFF2-40B4-BE49-F238E27FC236}">
                <a16:creationId xmlns:a16="http://schemas.microsoft.com/office/drawing/2014/main" id="{714F05C9-E236-DDA4-F540-AB14A6739E89}"/>
              </a:ext>
            </a:extLst>
          </p:cNvPr>
          <p:cNvSpPr txBox="1"/>
          <p:nvPr/>
        </p:nvSpPr>
        <p:spPr>
          <a:xfrm>
            <a:off x="4208207" y="157316"/>
            <a:ext cx="3274142" cy="6920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latin typeface="+mj-lt"/>
                <a:ea typeface="+mj-ea"/>
                <a:cs typeface="+mj-cs"/>
                <a:sym typeface="TT Rounds Condensed Bold"/>
              </a:rPr>
              <a:t>Cluster LISA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0BA44EF-4DC5-CF55-6A32-89035D32D2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03" y="849352"/>
            <a:ext cx="6752809" cy="586631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80C6242-690F-7812-32E8-D018EF5A4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349" y="1489413"/>
            <a:ext cx="3982064" cy="416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57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DE51C-B41C-4393-43EC-2BFCD5DAA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0">
            <a:extLst>
              <a:ext uri="{FF2B5EF4-FFF2-40B4-BE49-F238E27FC236}">
                <a16:creationId xmlns:a16="http://schemas.microsoft.com/office/drawing/2014/main" id="{A000DF9A-EC05-48E8-1A8F-82BE90E52E16}"/>
              </a:ext>
            </a:extLst>
          </p:cNvPr>
          <p:cNvSpPr txBox="1"/>
          <p:nvPr/>
        </p:nvSpPr>
        <p:spPr>
          <a:xfrm>
            <a:off x="4208207" y="157316"/>
            <a:ext cx="3274142" cy="6920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 err="1">
                <a:latin typeface="+mj-lt"/>
                <a:ea typeface="+mj-ea"/>
                <a:cs typeface="+mj-cs"/>
                <a:sym typeface="TT Rounds Condensed Bold"/>
              </a:rPr>
              <a:t>Modelos</a:t>
            </a:r>
            <a:r>
              <a:rPr lang="en-US" sz="3600" b="1" dirty="0">
                <a:latin typeface="+mj-lt"/>
                <a:ea typeface="+mj-ea"/>
                <a:cs typeface="+mj-cs"/>
                <a:sym typeface="TT Rounds Condensed Bold"/>
              </a:rPr>
              <a:t> SAR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D0AE994-B7A7-BE7E-3032-A541174EF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296" y="909603"/>
            <a:ext cx="7497886" cy="584311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FADECC2-87CA-3EFC-DCDD-684E20AFAC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710" y="1014885"/>
            <a:ext cx="3061931" cy="155252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45DC779-CEC3-4DAC-E3E8-ABB3CFEACC43}"/>
              </a:ext>
            </a:extLst>
          </p:cNvPr>
          <p:cNvSpPr txBox="1"/>
          <p:nvPr/>
        </p:nvSpPr>
        <p:spPr>
          <a:xfrm>
            <a:off x="432589" y="3105834"/>
            <a:ext cx="3410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Densidad de árboles vecinos: Aumento de la temperatura local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CC4C43-0BFE-09BC-7ED2-20CB23CCB691}"/>
              </a:ext>
            </a:extLst>
          </p:cNvPr>
          <p:cNvSpPr txBox="1"/>
          <p:nvPr/>
        </p:nvSpPr>
        <p:spPr>
          <a:xfrm>
            <a:off x="432589" y="4290586"/>
            <a:ext cx="34101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Área de los barrios vecinos: Efecto negativo sobre la temperatura local</a:t>
            </a:r>
          </a:p>
        </p:txBody>
      </p:sp>
    </p:spTree>
    <p:extLst>
      <p:ext uri="{BB962C8B-B14F-4D97-AF65-F5344CB8AC3E}">
        <p14:creationId xmlns:p14="http://schemas.microsoft.com/office/powerpoint/2010/main" val="3288654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6D4BA-3A8B-6D6F-0994-AABCFAE73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F88757-2ED1-BDF6-EC55-B20BB4ADC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Hay una diferencia significativa entre las temperaturas urbanas y rurales.</a:t>
            </a:r>
          </a:p>
          <a:p>
            <a:endParaRPr lang="es-CO" dirty="0"/>
          </a:p>
          <a:p>
            <a:r>
              <a:rPr lang="es-CO" dirty="0"/>
              <a:t>No se encontró una correlación significativa entre la densidad de árboles y la temperatura superficial.</a:t>
            </a:r>
          </a:p>
          <a:p>
            <a:endParaRPr lang="es-CO" dirty="0"/>
          </a:p>
          <a:p>
            <a:r>
              <a:rPr lang="es-CO" dirty="0"/>
              <a:t>Incluir otras variables que le puedan dar más peso al modelo.</a:t>
            </a:r>
          </a:p>
        </p:txBody>
      </p:sp>
    </p:spTree>
    <p:extLst>
      <p:ext uri="{BB962C8B-B14F-4D97-AF65-F5344CB8AC3E}">
        <p14:creationId xmlns:p14="http://schemas.microsoft.com/office/powerpoint/2010/main" val="41275437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</TotalTime>
  <Words>364</Words>
  <Application>Microsoft Office PowerPoint</Application>
  <PresentationFormat>Panorámica</PresentationFormat>
  <Paragraphs>62</Paragraphs>
  <Slides>17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Abadi</vt:lpstr>
      <vt:lpstr>Aptos</vt:lpstr>
      <vt:lpstr>Aptos Display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Manuela Zuluaga</dc:creator>
  <cp:lastModifiedBy>Manuela Zuluaga</cp:lastModifiedBy>
  <cp:revision>2</cp:revision>
  <dcterms:created xsi:type="dcterms:W3CDTF">2026-04-27T13:32:51Z</dcterms:created>
  <dcterms:modified xsi:type="dcterms:W3CDTF">2026-08-06T02:19:20Z</dcterms:modified>
</cp:coreProperties>
</file>