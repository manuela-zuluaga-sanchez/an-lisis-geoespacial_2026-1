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7"/>
  </p:notesMasterIdLst>
  <p:sldIdLst>
    <p:sldId id="266" r:id="rId2"/>
    <p:sldId id="280" r:id="rId3"/>
    <p:sldId id="275" r:id="rId4"/>
    <p:sldId id="290" r:id="rId5"/>
    <p:sldId id="291" r:id="rId6"/>
    <p:sldId id="292" r:id="rId7"/>
    <p:sldId id="303" r:id="rId8"/>
    <p:sldId id="293" r:id="rId9"/>
    <p:sldId id="305" r:id="rId10"/>
    <p:sldId id="306" r:id="rId11"/>
    <p:sldId id="309" r:id="rId12"/>
    <p:sldId id="304" r:id="rId13"/>
    <p:sldId id="296" r:id="rId14"/>
    <p:sldId id="302" r:id="rId15"/>
    <p:sldId id="260" r:id="rId16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6CC"/>
    <a:srgbClr val="E03A00"/>
    <a:srgbClr val="172B7E"/>
    <a:srgbClr val="2BA287"/>
    <a:srgbClr val="19A78C"/>
    <a:srgbClr val="19937C"/>
    <a:srgbClr val="43AB97"/>
    <a:srgbClr val="CC008C"/>
    <a:srgbClr val="00A480"/>
    <a:srgbClr val="00A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EB273-BA35-43F8-9D7D-8AE08AB7F2A4}" v="22" dt="2026-07-31T14:24:0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969" autoAdjust="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a Zuluaga" userId="e254a48133e924e1" providerId="LiveId" clId="{0CC94F46-11D4-4B39-AFBD-34456FD5C7BD}"/>
    <pc:docChg chg="undo custSel addSld delSld modSld sldOrd">
      <pc:chgData name="Manuela Zuluaga" userId="e254a48133e924e1" providerId="LiveId" clId="{0CC94F46-11D4-4B39-AFBD-34456FD5C7BD}" dt="2026-07-31T14:24:25.233" v="1075" actId="1076"/>
      <pc:docMkLst>
        <pc:docMk/>
      </pc:docMkLst>
      <pc:sldChg chg="addSp modSp mod">
        <pc:chgData name="Manuela Zuluaga" userId="e254a48133e924e1" providerId="LiveId" clId="{0CC94F46-11D4-4B39-AFBD-34456FD5C7BD}" dt="2026-07-31T13:14:12.786" v="518" actId="20577"/>
        <pc:sldMkLst>
          <pc:docMk/>
          <pc:sldMk cId="1849516326" sldId="275"/>
        </pc:sldMkLst>
        <pc:spChg chg="add mod">
          <ac:chgData name="Manuela Zuluaga" userId="e254a48133e924e1" providerId="LiveId" clId="{0CC94F46-11D4-4B39-AFBD-34456FD5C7BD}" dt="2026-07-31T13:14:12.786" v="518" actId="20577"/>
          <ac:spMkLst>
            <pc:docMk/>
            <pc:sldMk cId="1849516326" sldId="275"/>
            <ac:spMk id="9" creationId="{B66DF384-1461-6540-E9DE-2408C6BDDD42}"/>
          </ac:spMkLst>
        </pc:spChg>
        <pc:picChg chg="add mod">
          <ac:chgData name="Manuela Zuluaga" userId="e254a48133e924e1" providerId="LiveId" clId="{0CC94F46-11D4-4B39-AFBD-34456FD5C7BD}" dt="2026-07-31T13:09:20.136" v="407" actId="14100"/>
          <ac:picMkLst>
            <pc:docMk/>
            <pc:sldMk cId="1849516326" sldId="275"/>
            <ac:picMk id="5" creationId="{A9ACBD93-F727-A93F-F74C-8BA94DDAC426}"/>
          </ac:picMkLst>
        </pc:picChg>
        <pc:picChg chg="add mod">
          <ac:chgData name="Manuela Zuluaga" userId="e254a48133e924e1" providerId="LiveId" clId="{0CC94F46-11D4-4B39-AFBD-34456FD5C7BD}" dt="2026-07-31T13:11:00.747" v="458" actId="1076"/>
          <ac:picMkLst>
            <pc:docMk/>
            <pc:sldMk cId="1849516326" sldId="275"/>
            <ac:picMk id="8" creationId="{00750D27-4EF5-D49C-8A10-9B1A39984E35}"/>
          </ac:picMkLst>
        </pc:picChg>
      </pc:sldChg>
      <pc:sldChg chg="modSp mod">
        <pc:chgData name="Manuela Zuluaga" userId="e254a48133e924e1" providerId="LiveId" clId="{0CC94F46-11D4-4B39-AFBD-34456FD5C7BD}" dt="2026-07-31T13:14:51.408" v="522" actId="1076"/>
        <pc:sldMkLst>
          <pc:docMk/>
          <pc:sldMk cId="2407684824" sldId="280"/>
        </pc:sldMkLst>
        <pc:spChg chg="mod">
          <ac:chgData name="Manuela Zuluaga" userId="e254a48133e924e1" providerId="LiveId" clId="{0CC94F46-11D4-4B39-AFBD-34456FD5C7BD}" dt="2026-07-31T13:14:35.072" v="519" actId="2711"/>
          <ac:spMkLst>
            <pc:docMk/>
            <pc:sldMk cId="2407684824" sldId="280"/>
            <ac:spMk id="6" creationId="{685C68D0-BEBF-E26C-CB01-8382B15AC1B6}"/>
          </ac:spMkLst>
        </pc:spChg>
        <pc:spChg chg="mod">
          <ac:chgData name="Manuela Zuluaga" userId="e254a48133e924e1" providerId="LiveId" clId="{0CC94F46-11D4-4B39-AFBD-34456FD5C7BD}" dt="2026-07-31T13:14:51.408" v="522" actId="1076"/>
          <ac:spMkLst>
            <pc:docMk/>
            <pc:sldMk cId="2407684824" sldId="280"/>
            <ac:spMk id="11" creationId="{364C4905-2F6E-AE6D-F88E-D2EBF7BD6343}"/>
          </ac:spMkLst>
        </pc:spChg>
      </pc:sldChg>
      <pc:sldChg chg="addSp delSp modSp mod modAnim">
        <pc:chgData name="Manuela Zuluaga" userId="e254a48133e924e1" providerId="LiveId" clId="{0CC94F46-11D4-4B39-AFBD-34456FD5C7BD}" dt="2026-07-31T13:25:22.467" v="603"/>
        <pc:sldMkLst>
          <pc:docMk/>
          <pc:sldMk cId="2618559305" sldId="290"/>
        </pc:sldMkLst>
        <pc:spChg chg="add del mod">
          <ac:chgData name="Manuela Zuluaga" userId="e254a48133e924e1" providerId="LiveId" clId="{0CC94F46-11D4-4B39-AFBD-34456FD5C7BD}" dt="2026-07-31T13:18:16.085" v="530"/>
          <ac:spMkLst>
            <pc:docMk/>
            <pc:sldMk cId="2618559305" sldId="290"/>
            <ac:spMk id="9" creationId="{7E36D448-B594-707F-CF03-740F4590C402}"/>
          </ac:spMkLst>
        </pc:spChg>
        <pc:spChg chg="add mod">
          <ac:chgData name="Manuela Zuluaga" userId="e254a48133e924e1" providerId="LiveId" clId="{0CC94F46-11D4-4B39-AFBD-34456FD5C7BD}" dt="2026-07-31T13:24:19.731" v="601" actId="1076"/>
          <ac:spMkLst>
            <pc:docMk/>
            <pc:sldMk cId="2618559305" sldId="290"/>
            <ac:spMk id="10" creationId="{95290F02-606F-2450-1738-8A71BB5287B2}"/>
          </ac:spMkLst>
        </pc:spChg>
        <pc:picChg chg="add del mod">
          <ac:chgData name="Manuela Zuluaga" userId="e254a48133e924e1" providerId="LiveId" clId="{0CC94F46-11D4-4B39-AFBD-34456FD5C7BD}" dt="2026-07-31T13:22:48.127" v="589" actId="21"/>
          <ac:picMkLst>
            <pc:docMk/>
            <pc:sldMk cId="2618559305" sldId="290"/>
            <ac:picMk id="4" creationId="{876E2981-68DF-4CB0-7B26-302D7D62A819}"/>
          </ac:picMkLst>
        </pc:picChg>
        <pc:picChg chg="add mod">
          <ac:chgData name="Manuela Zuluaga" userId="e254a48133e924e1" providerId="LiveId" clId="{0CC94F46-11D4-4B39-AFBD-34456FD5C7BD}" dt="2026-07-31T13:23:10.022" v="594" actId="1076"/>
          <ac:picMkLst>
            <pc:docMk/>
            <pc:sldMk cId="2618559305" sldId="290"/>
            <ac:picMk id="8" creationId="{C5DEE893-110B-53DB-078B-E26C595911DF}"/>
          </ac:picMkLst>
        </pc:picChg>
        <pc:picChg chg="add mod">
          <ac:chgData name="Manuela Zuluaga" userId="e254a48133e924e1" providerId="LiveId" clId="{0CC94F46-11D4-4B39-AFBD-34456FD5C7BD}" dt="2026-07-31T13:22:58.758" v="592" actId="1076"/>
          <ac:picMkLst>
            <pc:docMk/>
            <pc:sldMk cId="2618559305" sldId="290"/>
            <ac:picMk id="12" creationId="{25FE34E0-508D-DDDF-B8EC-68557C169680}"/>
          </ac:picMkLst>
        </pc:picChg>
        <pc:picChg chg="add mod">
          <ac:chgData name="Manuela Zuluaga" userId="e254a48133e924e1" providerId="LiveId" clId="{0CC94F46-11D4-4B39-AFBD-34456FD5C7BD}" dt="2026-07-31T13:24:04.991" v="599" actId="14100"/>
          <ac:picMkLst>
            <pc:docMk/>
            <pc:sldMk cId="2618559305" sldId="290"/>
            <ac:picMk id="14" creationId="{2E75F1C0-DA1E-DF02-EE4E-49BA34762D6C}"/>
          </ac:picMkLst>
        </pc:picChg>
      </pc:sldChg>
      <pc:sldChg chg="addSp delSp modSp mod modAnim">
        <pc:chgData name="Manuela Zuluaga" userId="e254a48133e924e1" providerId="LiveId" clId="{0CC94F46-11D4-4B39-AFBD-34456FD5C7BD}" dt="2026-07-31T13:28:33.963" v="628"/>
        <pc:sldMkLst>
          <pc:docMk/>
          <pc:sldMk cId="1700059411" sldId="291"/>
        </pc:sldMkLst>
        <pc:spChg chg="mod">
          <ac:chgData name="Manuela Zuluaga" userId="e254a48133e924e1" providerId="LiveId" clId="{0CC94F46-11D4-4B39-AFBD-34456FD5C7BD}" dt="2026-07-31T12:29:20.380" v="29" actId="14100"/>
          <ac:spMkLst>
            <pc:docMk/>
            <pc:sldMk cId="1700059411" sldId="291"/>
            <ac:spMk id="7" creationId="{CF03836D-76E9-4967-48D5-C7D5671689F6}"/>
          </ac:spMkLst>
        </pc:spChg>
        <pc:spChg chg="add mod">
          <ac:chgData name="Manuela Zuluaga" userId="e254a48133e924e1" providerId="LiveId" clId="{0CC94F46-11D4-4B39-AFBD-34456FD5C7BD}" dt="2026-07-31T13:26:21.418" v="608" actId="14100"/>
          <ac:spMkLst>
            <pc:docMk/>
            <pc:sldMk cId="1700059411" sldId="291"/>
            <ac:spMk id="11" creationId="{F85292C9-F467-5656-9ECF-BEBDDC4CEC32}"/>
          </ac:spMkLst>
        </pc:spChg>
        <pc:picChg chg="add mod">
          <ac:chgData name="Manuela Zuluaga" userId="e254a48133e924e1" providerId="LiveId" clId="{0CC94F46-11D4-4B39-AFBD-34456FD5C7BD}" dt="2026-07-31T12:29:32.891" v="49" actId="1038"/>
          <ac:picMkLst>
            <pc:docMk/>
            <pc:sldMk cId="1700059411" sldId="291"/>
            <ac:picMk id="4" creationId="{3350C254-FAF7-5DA2-F1A3-07115A25862A}"/>
          </ac:picMkLst>
        </pc:picChg>
        <pc:picChg chg="add del mod">
          <ac:chgData name="Manuela Zuluaga" userId="e254a48133e924e1" providerId="LiveId" clId="{0CC94F46-11D4-4B39-AFBD-34456FD5C7BD}" dt="2026-07-31T12:29:44.390" v="51" actId="478"/>
          <ac:picMkLst>
            <pc:docMk/>
            <pc:sldMk cId="1700059411" sldId="291"/>
            <ac:picMk id="8" creationId="{FB1E2A49-66F9-88D8-98C6-CA5B67DDC38D}"/>
          </ac:picMkLst>
        </pc:picChg>
        <pc:picChg chg="add mod">
          <ac:chgData name="Manuela Zuluaga" userId="e254a48133e924e1" providerId="LiveId" clId="{0CC94F46-11D4-4B39-AFBD-34456FD5C7BD}" dt="2026-07-31T12:30:09.366" v="56" actId="14100"/>
          <ac:picMkLst>
            <pc:docMk/>
            <pc:sldMk cId="1700059411" sldId="291"/>
            <ac:picMk id="10" creationId="{A1827580-6997-9EB1-3359-0653B2920920}"/>
          </ac:picMkLst>
        </pc:picChg>
        <pc:picChg chg="add mod">
          <ac:chgData name="Manuela Zuluaga" userId="e254a48133e924e1" providerId="LiveId" clId="{0CC94F46-11D4-4B39-AFBD-34456FD5C7BD}" dt="2026-07-31T13:27:17.720" v="624" actId="1036"/>
          <ac:picMkLst>
            <pc:docMk/>
            <pc:sldMk cId="1700059411" sldId="291"/>
            <ac:picMk id="13" creationId="{5C19A594-5985-D4A7-6574-D175519B3BF9}"/>
          </ac:picMkLst>
        </pc:picChg>
        <pc:picChg chg="add mod">
          <ac:chgData name="Manuela Zuluaga" userId="e254a48133e924e1" providerId="LiveId" clId="{0CC94F46-11D4-4B39-AFBD-34456FD5C7BD}" dt="2026-07-31T13:28:11.856" v="627" actId="1076"/>
          <ac:picMkLst>
            <pc:docMk/>
            <pc:sldMk cId="1700059411" sldId="291"/>
            <ac:picMk id="15" creationId="{EAC3793B-9D62-8DC4-1037-FDFFCCFBD84A}"/>
          </ac:picMkLst>
        </pc:picChg>
      </pc:sldChg>
      <pc:sldChg chg="addSp modSp mod">
        <pc:chgData name="Manuela Zuluaga" userId="e254a48133e924e1" providerId="LiveId" clId="{0CC94F46-11D4-4B39-AFBD-34456FD5C7BD}" dt="2026-07-31T13:37:05.408" v="662" actId="20577"/>
        <pc:sldMkLst>
          <pc:docMk/>
          <pc:sldMk cId="3091002109" sldId="292"/>
        </pc:sldMkLst>
        <pc:spChg chg="mod">
          <ac:chgData name="Manuela Zuluaga" userId="e254a48133e924e1" providerId="LiveId" clId="{0CC94F46-11D4-4B39-AFBD-34456FD5C7BD}" dt="2026-07-31T13:37:05.408" v="662" actId="20577"/>
          <ac:spMkLst>
            <pc:docMk/>
            <pc:sldMk cId="3091002109" sldId="292"/>
            <ac:spMk id="4" creationId="{A03281F0-6BBD-0167-25E1-009C74870335}"/>
          </ac:spMkLst>
        </pc:spChg>
        <pc:picChg chg="add mod">
          <ac:chgData name="Manuela Zuluaga" userId="e254a48133e924e1" providerId="LiveId" clId="{0CC94F46-11D4-4B39-AFBD-34456FD5C7BD}" dt="2026-07-31T13:29:14.454" v="629" actId="14100"/>
          <ac:picMkLst>
            <pc:docMk/>
            <pc:sldMk cId="3091002109" sldId="292"/>
            <ac:picMk id="5" creationId="{3CDFF911-C4C9-14C6-1508-58FF26B31B5F}"/>
          </ac:picMkLst>
        </pc:picChg>
      </pc:sldChg>
      <pc:sldChg chg="addSp delSp modSp mod">
        <pc:chgData name="Manuela Zuluaga" userId="e254a48133e924e1" providerId="LiveId" clId="{0CC94F46-11D4-4B39-AFBD-34456FD5C7BD}" dt="2026-07-31T13:43:54.539" v="730" actId="21"/>
        <pc:sldMkLst>
          <pc:docMk/>
          <pc:sldMk cId="1254332809" sldId="293"/>
        </pc:sldMkLst>
        <pc:picChg chg="add mod">
          <ac:chgData name="Manuela Zuluaga" userId="e254a48133e924e1" providerId="LiveId" clId="{0CC94F46-11D4-4B39-AFBD-34456FD5C7BD}" dt="2026-07-31T12:34:06.026" v="122" actId="1076"/>
          <ac:picMkLst>
            <pc:docMk/>
            <pc:sldMk cId="1254332809" sldId="293"/>
            <ac:picMk id="5" creationId="{0F7B386A-630B-0C7C-6073-787CA460C044}"/>
          </ac:picMkLst>
        </pc:picChg>
        <pc:picChg chg="add mod">
          <ac:chgData name="Manuela Zuluaga" userId="e254a48133e924e1" providerId="LiveId" clId="{0CC94F46-11D4-4B39-AFBD-34456FD5C7BD}" dt="2026-07-31T12:34:47.858" v="143" actId="1038"/>
          <ac:picMkLst>
            <pc:docMk/>
            <pc:sldMk cId="1254332809" sldId="293"/>
            <ac:picMk id="8" creationId="{1335E5F8-D614-7F43-E797-65C14953801C}"/>
          </ac:picMkLst>
        </pc:picChg>
        <pc:picChg chg="add del mod">
          <ac:chgData name="Manuela Zuluaga" userId="e254a48133e924e1" providerId="LiveId" clId="{0CC94F46-11D4-4B39-AFBD-34456FD5C7BD}" dt="2026-07-31T13:43:54.539" v="730" actId="21"/>
          <ac:picMkLst>
            <pc:docMk/>
            <pc:sldMk cId="1254332809" sldId="293"/>
            <ac:picMk id="10" creationId="{79429CD2-3982-16B4-044C-5FBF3BFA761C}"/>
          </ac:picMkLst>
        </pc:picChg>
      </pc:sldChg>
      <pc:sldChg chg="addSp delSp modSp del mod modAnim">
        <pc:chgData name="Manuela Zuluaga" userId="e254a48133e924e1" providerId="LiveId" clId="{0CC94F46-11D4-4B39-AFBD-34456FD5C7BD}" dt="2026-07-31T14:09:48.408" v="772" actId="2696"/>
        <pc:sldMkLst>
          <pc:docMk/>
          <pc:sldMk cId="993367170" sldId="294"/>
        </pc:sldMkLst>
        <pc:spChg chg="mod">
          <ac:chgData name="Manuela Zuluaga" userId="e254a48133e924e1" providerId="LiveId" clId="{0CC94F46-11D4-4B39-AFBD-34456FD5C7BD}" dt="2026-07-31T12:55:01.085" v="278" actId="20577"/>
          <ac:spMkLst>
            <pc:docMk/>
            <pc:sldMk cId="993367170" sldId="294"/>
            <ac:spMk id="4" creationId="{2331D74D-740E-E1DC-992E-5811D2712143}"/>
          </ac:spMkLst>
        </pc:spChg>
        <pc:spChg chg="add del">
          <ac:chgData name="Manuela Zuluaga" userId="e254a48133e924e1" providerId="LiveId" clId="{0CC94F46-11D4-4B39-AFBD-34456FD5C7BD}" dt="2026-07-31T12:55:53.626" v="297" actId="22"/>
          <ac:spMkLst>
            <pc:docMk/>
            <pc:sldMk cId="993367170" sldId="294"/>
            <ac:spMk id="12" creationId="{67DA3C40-BFD4-EF6F-19F3-8E5847F01B6D}"/>
          </ac:spMkLst>
        </pc:spChg>
        <pc:picChg chg="add del mod">
          <ac:chgData name="Manuela Zuluaga" userId="e254a48133e924e1" providerId="LiveId" clId="{0CC94F46-11D4-4B39-AFBD-34456FD5C7BD}" dt="2026-07-31T12:50:32.894" v="255" actId="21"/>
          <ac:picMkLst>
            <pc:docMk/>
            <pc:sldMk cId="993367170" sldId="294"/>
            <ac:picMk id="5" creationId="{45AC6373-DBE7-E826-B2C9-EC2646E29E76}"/>
          </ac:picMkLst>
        </pc:picChg>
        <pc:picChg chg="add del mod">
          <ac:chgData name="Manuela Zuluaga" userId="e254a48133e924e1" providerId="LiveId" clId="{0CC94F46-11D4-4B39-AFBD-34456FD5C7BD}" dt="2026-07-31T12:53:27.035" v="267" actId="21"/>
          <ac:picMkLst>
            <pc:docMk/>
            <pc:sldMk cId="993367170" sldId="294"/>
            <ac:picMk id="8" creationId="{7E40E698-F22A-5BA6-CFBB-C612E97DF0E3}"/>
          </ac:picMkLst>
        </pc:picChg>
        <pc:picChg chg="add mod">
          <ac:chgData name="Manuela Zuluaga" userId="e254a48133e924e1" providerId="LiveId" clId="{0CC94F46-11D4-4B39-AFBD-34456FD5C7BD}" dt="2026-07-31T12:55:57.449" v="298" actId="1076"/>
          <ac:picMkLst>
            <pc:docMk/>
            <pc:sldMk cId="993367170" sldId="294"/>
            <ac:picMk id="10" creationId="{A925F137-D437-7A0D-F571-0EC4D74F6FDE}"/>
          </ac:picMkLst>
        </pc:picChg>
        <pc:picChg chg="add mod">
          <ac:chgData name="Manuela Zuluaga" userId="e254a48133e924e1" providerId="LiveId" clId="{0CC94F46-11D4-4B39-AFBD-34456FD5C7BD}" dt="2026-07-31T12:56:23.447" v="303" actId="1076"/>
          <ac:picMkLst>
            <pc:docMk/>
            <pc:sldMk cId="993367170" sldId="294"/>
            <ac:picMk id="14" creationId="{1305D4DC-3714-CF1F-2D28-C8B03D58B751}"/>
          </ac:picMkLst>
        </pc:picChg>
      </pc:sldChg>
      <pc:sldChg chg="del">
        <pc:chgData name="Manuela Zuluaga" userId="e254a48133e924e1" providerId="LiveId" clId="{0CC94F46-11D4-4B39-AFBD-34456FD5C7BD}" dt="2026-07-31T12:54:05.853" v="274" actId="2696"/>
        <pc:sldMkLst>
          <pc:docMk/>
          <pc:sldMk cId="3521843983" sldId="295"/>
        </pc:sldMkLst>
      </pc:sldChg>
      <pc:sldChg chg="addSp delSp modSp mod">
        <pc:chgData name="Manuela Zuluaga" userId="e254a48133e924e1" providerId="LiveId" clId="{0CC94F46-11D4-4B39-AFBD-34456FD5C7BD}" dt="2026-07-31T14:17:11.586" v="827" actId="478"/>
        <pc:sldMkLst>
          <pc:docMk/>
          <pc:sldMk cId="2561326351" sldId="296"/>
        </pc:sldMkLst>
        <pc:spChg chg="mod">
          <ac:chgData name="Manuela Zuluaga" userId="e254a48133e924e1" providerId="LiveId" clId="{0CC94F46-11D4-4B39-AFBD-34456FD5C7BD}" dt="2026-07-31T12:53:49.944" v="271" actId="21"/>
          <ac:spMkLst>
            <pc:docMk/>
            <pc:sldMk cId="2561326351" sldId="296"/>
            <ac:spMk id="4" creationId="{132B1298-9D50-8018-FB2F-E314E81C34D8}"/>
          </ac:spMkLst>
        </pc:spChg>
        <pc:spChg chg="add mod">
          <ac:chgData name="Manuela Zuluaga" userId="e254a48133e924e1" providerId="LiveId" clId="{0CC94F46-11D4-4B39-AFBD-34456FD5C7BD}" dt="2026-07-31T13:01:55.253" v="322" actId="20577"/>
          <ac:spMkLst>
            <pc:docMk/>
            <pc:sldMk cId="2561326351" sldId="296"/>
            <ac:spMk id="8" creationId="{DDAD51B3-0C0A-6A6C-BFA3-9FB6A7EB2ACA}"/>
          </ac:spMkLst>
        </pc:spChg>
        <pc:spChg chg="add del mod">
          <ac:chgData name="Manuela Zuluaga" userId="e254a48133e924e1" providerId="LiveId" clId="{0CC94F46-11D4-4B39-AFBD-34456FD5C7BD}" dt="2026-07-31T14:12:47.895" v="783"/>
          <ac:spMkLst>
            <pc:docMk/>
            <pc:sldMk cId="2561326351" sldId="296"/>
            <ac:spMk id="9" creationId="{1289CB44-342E-CD6E-B5DA-6D8AB8D28585}"/>
          </ac:spMkLst>
        </pc:spChg>
        <pc:spChg chg="add del mod">
          <ac:chgData name="Manuela Zuluaga" userId="e254a48133e924e1" providerId="LiveId" clId="{0CC94F46-11D4-4B39-AFBD-34456FD5C7BD}" dt="2026-07-31T14:13:57.803" v="791" actId="478"/>
          <ac:spMkLst>
            <pc:docMk/>
            <pc:sldMk cId="2561326351" sldId="296"/>
            <ac:spMk id="10" creationId="{3697AE87-D1DD-7426-0AF6-48AC6405CE49}"/>
          </ac:spMkLst>
        </pc:spChg>
        <pc:spChg chg="add del mod">
          <ac:chgData name="Manuela Zuluaga" userId="e254a48133e924e1" providerId="LiveId" clId="{0CC94F46-11D4-4B39-AFBD-34456FD5C7BD}" dt="2026-07-31T14:15:56.018" v="817" actId="478"/>
          <ac:spMkLst>
            <pc:docMk/>
            <pc:sldMk cId="2561326351" sldId="296"/>
            <ac:spMk id="11" creationId="{3F178CEA-53B4-C115-8C0D-E39FAB3F78C2}"/>
          </ac:spMkLst>
        </pc:spChg>
        <pc:spChg chg="add del mod">
          <ac:chgData name="Manuela Zuluaga" userId="e254a48133e924e1" providerId="LiveId" clId="{0CC94F46-11D4-4B39-AFBD-34456FD5C7BD}" dt="2026-07-31T14:15:30.846" v="808" actId="478"/>
          <ac:spMkLst>
            <pc:docMk/>
            <pc:sldMk cId="2561326351" sldId="296"/>
            <ac:spMk id="12" creationId="{7966B2BA-EEA4-D3EE-85CF-15C27D0B8A42}"/>
          </ac:spMkLst>
        </pc:spChg>
        <pc:spChg chg="add del mod">
          <ac:chgData name="Manuela Zuluaga" userId="e254a48133e924e1" providerId="LiveId" clId="{0CC94F46-11D4-4B39-AFBD-34456FD5C7BD}" dt="2026-07-31T14:17:11.586" v="827" actId="478"/>
          <ac:spMkLst>
            <pc:docMk/>
            <pc:sldMk cId="2561326351" sldId="296"/>
            <ac:spMk id="13" creationId="{E78EB1F4-6178-8E75-4593-4A0EA1EC82DD}"/>
          </ac:spMkLst>
        </pc:spChg>
        <pc:picChg chg="add mod">
          <ac:chgData name="Manuela Zuluaga" userId="e254a48133e924e1" providerId="LiveId" clId="{0CC94F46-11D4-4B39-AFBD-34456FD5C7BD}" dt="2026-07-31T14:12:46.531" v="781" actId="1076"/>
          <ac:picMkLst>
            <pc:docMk/>
            <pc:sldMk cId="2561326351" sldId="296"/>
            <ac:picMk id="5" creationId="{D2E122A9-D0A9-82C7-202D-C2143F673AFE}"/>
          </ac:picMkLst>
        </pc:picChg>
      </pc:sldChg>
      <pc:sldChg chg="addSp modSp mod">
        <pc:chgData name="Manuela Zuluaga" userId="e254a48133e924e1" providerId="LiveId" clId="{0CC94F46-11D4-4B39-AFBD-34456FD5C7BD}" dt="2026-07-31T14:23:45.008" v="1069" actId="1076"/>
        <pc:sldMkLst>
          <pc:docMk/>
          <pc:sldMk cId="1183212444" sldId="302"/>
        </pc:sldMkLst>
        <pc:spChg chg="add mod">
          <ac:chgData name="Manuela Zuluaga" userId="e254a48133e924e1" providerId="LiveId" clId="{0CC94F46-11D4-4B39-AFBD-34456FD5C7BD}" dt="2026-07-31T14:23:45.008" v="1069" actId="1076"/>
          <ac:spMkLst>
            <pc:docMk/>
            <pc:sldMk cId="1183212444" sldId="302"/>
            <ac:spMk id="2" creationId="{F4FAF0D5-D768-D7AB-8230-EF34C7217BAC}"/>
          </ac:spMkLst>
        </pc:spChg>
      </pc:sldChg>
      <pc:sldChg chg="addSp modSp mod">
        <pc:chgData name="Manuela Zuluaga" userId="e254a48133e924e1" providerId="LiveId" clId="{0CC94F46-11D4-4B39-AFBD-34456FD5C7BD}" dt="2026-07-31T12:32:25.481" v="108" actId="14100"/>
        <pc:sldMkLst>
          <pc:docMk/>
          <pc:sldMk cId="2190393394" sldId="303"/>
        </pc:sldMkLst>
        <pc:picChg chg="add mod">
          <ac:chgData name="Manuela Zuluaga" userId="e254a48133e924e1" providerId="LiveId" clId="{0CC94F46-11D4-4B39-AFBD-34456FD5C7BD}" dt="2026-07-31T12:32:18.042" v="106" actId="1037"/>
          <ac:picMkLst>
            <pc:docMk/>
            <pc:sldMk cId="2190393394" sldId="303"/>
            <ac:picMk id="5" creationId="{09DC558B-F4FA-DC1A-E4E8-90F314778D28}"/>
          </ac:picMkLst>
        </pc:picChg>
        <pc:picChg chg="add mod">
          <ac:chgData name="Manuela Zuluaga" userId="e254a48133e924e1" providerId="LiveId" clId="{0CC94F46-11D4-4B39-AFBD-34456FD5C7BD}" dt="2026-07-31T12:32:25.481" v="108" actId="14100"/>
          <ac:picMkLst>
            <pc:docMk/>
            <pc:sldMk cId="2190393394" sldId="303"/>
            <ac:picMk id="8" creationId="{BEAFA23A-820F-A93D-9E34-3F1852D3DE78}"/>
          </ac:picMkLst>
        </pc:picChg>
      </pc:sldChg>
      <pc:sldChg chg="addSp modSp mod">
        <pc:chgData name="Manuela Zuluaga" userId="e254a48133e924e1" providerId="LiveId" clId="{0CC94F46-11D4-4B39-AFBD-34456FD5C7BD}" dt="2026-07-31T14:24:25.233" v="1075" actId="1076"/>
        <pc:sldMkLst>
          <pc:docMk/>
          <pc:sldMk cId="3187774724" sldId="304"/>
        </pc:sldMkLst>
        <pc:spChg chg="add mod">
          <ac:chgData name="Manuela Zuluaga" userId="e254a48133e924e1" providerId="LiveId" clId="{0CC94F46-11D4-4B39-AFBD-34456FD5C7BD}" dt="2026-07-31T14:24:25.233" v="1075" actId="1076"/>
          <ac:spMkLst>
            <pc:docMk/>
            <pc:sldMk cId="3187774724" sldId="304"/>
            <ac:spMk id="7" creationId="{9229DC84-4FD1-E536-D473-E22F068177C3}"/>
          </ac:spMkLst>
        </pc:spChg>
        <pc:picChg chg="add mod">
          <ac:chgData name="Manuela Zuluaga" userId="e254a48133e924e1" providerId="LiveId" clId="{0CC94F46-11D4-4B39-AFBD-34456FD5C7BD}" dt="2026-07-31T12:59:13.931" v="320" actId="1036"/>
          <ac:picMkLst>
            <pc:docMk/>
            <pc:sldMk cId="3187774724" sldId="304"/>
            <ac:picMk id="5" creationId="{A42AB01B-B79C-8F00-8E4B-144A73B02AEE}"/>
          </ac:picMkLst>
        </pc:picChg>
      </pc:sldChg>
      <pc:sldChg chg="addSp delSp modSp mod">
        <pc:chgData name="Manuela Zuluaga" userId="e254a48133e924e1" providerId="LiveId" clId="{0CC94F46-11D4-4B39-AFBD-34456FD5C7BD}" dt="2026-07-31T14:08:15.803" v="739" actId="1076"/>
        <pc:sldMkLst>
          <pc:docMk/>
          <pc:sldMk cId="675689531" sldId="305"/>
        </pc:sldMkLst>
        <pc:picChg chg="add mod">
          <ac:chgData name="Manuela Zuluaga" userId="e254a48133e924e1" providerId="LiveId" clId="{0CC94F46-11D4-4B39-AFBD-34456FD5C7BD}" dt="2026-07-31T13:42:07.963" v="685" actId="14100"/>
          <ac:picMkLst>
            <pc:docMk/>
            <pc:sldMk cId="675689531" sldId="305"/>
            <ac:picMk id="5" creationId="{903EDABE-4AFD-0EDB-2DF0-C450F8633F12}"/>
          </ac:picMkLst>
        </pc:picChg>
        <pc:picChg chg="add del mod">
          <ac:chgData name="Manuela Zuluaga" userId="e254a48133e924e1" providerId="LiveId" clId="{0CC94F46-11D4-4B39-AFBD-34456FD5C7BD}" dt="2026-07-31T12:37:30.554" v="194" actId="21"/>
          <ac:picMkLst>
            <pc:docMk/>
            <pc:sldMk cId="675689531" sldId="305"/>
            <ac:picMk id="8" creationId="{6F5E65B4-56D6-DD33-E1F0-63ADE591BADE}"/>
          </ac:picMkLst>
        </pc:picChg>
        <pc:picChg chg="add mod">
          <ac:chgData name="Manuela Zuluaga" userId="e254a48133e924e1" providerId="LiveId" clId="{0CC94F46-11D4-4B39-AFBD-34456FD5C7BD}" dt="2026-07-31T13:42:16.392" v="687" actId="1035"/>
          <ac:picMkLst>
            <pc:docMk/>
            <pc:sldMk cId="675689531" sldId="305"/>
            <ac:picMk id="10" creationId="{63AA309A-EA3C-209E-1DC5-1B60B846E22A}"/>
          </ac:picMkLst>
        </pc:picChg>
        <pc:picChg chg="add mod">
          <ac:chgData name="Manuela Zuluaga" userId="e254a48133e924e1" providerId="LiveId" clId="{0CC94F46-11D4-4B39-AFBD-34456FD5C7BD}" dt="2026-07-31T14:08:15.803" v="739" actId="1076"/>
          <ac:picMkLst>
            <pc:docMk/>
            <pc:sldMk cId="675689531" sldId="305"/>
            <ac:picMk id="12" creationId="{9F7F17D0-2AA1-3B06-5989-A90AC7A0EFC7}"/>
          </ac:picMkLst>
        </pc:picChg>
      </pc:sldChg>
      <pc:sldChg chg="addSp delSp modSp add mod">
        <pc:chgData name="Manuela Zuluaga" userId="e254a48133e924e1" providerId="LiveId" clId="{0CC94F46-11D4-4B39-AFBD-34456FD5C7BD}" dt="2026-07-31T14:09:39.961" v="771" actId="1076"/>
        <pc:sldMkLst>
          <pc:docMk/>
          <pc:sldMk cId="673315602" sldId="306"/>
        </pc:sldMkLst>
        <pc:spChg chg="add mod">
          <ac:chgData name="Manuela Zuluaga" userId="e254a48133e924e1" providerId="LiveId" clId="{0CC94F46-11D4-4B39-AFBD-34456FD5C7BD}" dt="2026-07-31T14:09:39.961" v="771" actId="1076"/>
          <ac:spMkLst>
            <pc:docMk/>
            <pc:sldMk cId="673315602" sldId="306"/>
            <ac:spMk id="12" creationId="{E820B3E3-E60F-9C16-C3B4-2657616213B9}"/>
          </ac:spMkLst>
        </pc:spChg>
        <pc:picChg chg="del">
          <ac:chgData name="Manuela Zuluaga" userId="e254a48133e924e1" providerId="LiveId" clId="{0CC94F46-11D4-4B39-AFBD-34456FD5C7BD}" dt="2026-07-31T12:37:41.114" v="196" actId="478"/>
          <ac:picMkLst>
            <pc:docMk/>
            <pc:sldMk cId="673315602" sldId="306"/>
            <ac:picMk id="5" creationId="{68A5BD8A-F51F-AEA6-6049-EF0D8F0497AF}"/>
          </ac:picMkLst>
        </pc:picChg>
        <pc:picChg chg="add mod">
          <ac:chgData name="Manuela Zuluaga" userId="e254a48133e924e1" providerId="LiveId" clId="{0CC94F46-11D4-4B39-AFBD-34456FD5C7BD}" dt="2026-07-31T13:43:27.961" v="728" actId="14100"/>
          <ac:picMkLst>
            <pc:docMk/>
            <pc:sldMk cId="673315602" sldId="306"/>
            <ac:picMk id="7" creationId="{2EBEFDBF-E351-4959-1B6F-0A171EDC1947}"/>
          </ac:picMkLst>
        </pc:picChg>
        <pc:picChg chg="add mod">
          <ac:chgData name="Manuela Zuluaga" userId="e254a48133e924e1" providerId="LiveId" clId="{0CC94F46-11D4-4B39-AFBD-34456FD5C7BD}" dt="2026-07-31T13:43:05.820" v="694" actId="1076"/>
          <ac:picMkLst>
            <pc:docMk/>
            <pc:sldMk cId="673315602" sldId="306"/>
            <ac:picMk id="9" creationId="{8C47770E-5ADC-9130-2539-62DE129748AB}"/>
          </ac:picMkLst>
        </pc:picChg>
        <pc:picChg chg="add mod">
          <ac:chgData name="Manuela Zuluaga" userId="e254a48133e924e1" providerId="LiveId" clId="{0CC94F46-11D4-4B39-AFBD-34456FD5C7BD}" dt="2026-07-31T14:08:56.997" v="746" actId="1076"/>
          <ac:picMkLst>
            <pc:docMk/>
            <pc:sldMk cId="673315602" sldId="306"/>
            <ac:picMk id="11" creationId="{16E0278C-9DA6-106C-0FE8-80E79B2B1919}"/>
          </ac:picMkLst>
        </pc:picChg>
      </pc:sldChg>
      <pc:sldChg chg="addSp delSp modSp add del mod ord">
        <pc:chgData name="Manuela Zuluaga" userId="e254a48133e924e1" providerId="LiveId" clId="{0CC94F46-11D4-4B39-AFBD-34456FD5C7BD}" dt="2026-07-31T13:42:28.535" v="688" actId="2696"/>
        <pc:sldMkLst>
          <pc:docMk/>
          <pc:sldMk cId="1238247415" sldId="307"/>
        </pc:sldMkLst>
        <pc:picChg chg="add del mod">
          <ac:chgData name="Manuela Zuluaga" userId="e254a48133e924e1" providerId="LiveId" clId="{0CC94F46-11D4-4B39-AFBD-34456FD5C7BD}" dt="2026-07-31T13:41:13.083" v="664" actId="21"/>
          <ac:picMkLst>
            <pc:docMk/>
            <pc:sldMk cId="1238247415" sldId="307"/>
            <ac:picMk id="5" creationId="{886CB155-7E08-720A-76BA-E9BB9916AFCF}"/>
          </ac:picMkLst>
        </pc:picChg>
        <pc:picChg chg="del">
          <ac:chgData name="Manuela Zuluaga" userId="e254a48133e924e1" providerId="LiveId" clId="{0CC94F46-11D4-4B39-AFBD-34456FD5C7BD}" dt="2026-07-31T12:38:06.413" v="200" actId="478"/>
          <ac:picMkLst>
            <pc:docMk/>
            <pc:sldMk cId="1238247415" sldId="307"/>
            <ac:picMk id="7" creationId="{4E0B3223-3700-37D2-9EA3-5FB231B13599}"/>
          </ac:picMkLst>
        </pc:picChg>
      </pc:sldChg>
      <pc:sldChg chg="addSp delSp modSp add del mod">
        <pc:chgData name="Manuela Zuluaga" userId="e254a48133e924e1" providerId="LiveId" clId="{0CC94F46-11D4-4B39-AFBD-34456FD5C7BD}" dt="2026-07-31T13:46:56.893" v="732" actId="2696"/>
        <pc:sldMkLst>
          <pc:docMk/>
          <pc:sldMk cId="1569210580" sldId="308"/>
        </pc:sldMkLst>
        <pc:picChg chg="add del mod">
          <ac:chgData name="Manuela Zuluaga" userId="e254a48133e924e1" providerId="LiveId" clId="{0CC94F46-11D4-4B39-AFBD-34456FD5C7BD}" dt="2026-07-31T13:42:46.832" v="690" actId="21"/>
          <ac:picMkLst>
            <pc:docMk/>
            <pc:sldMk cId="1569210580" sldId="308"/>
            <ac:picMk id="5" creationId="{C1F7D427-0CD5-3C54-E3B5-C38210C29FCA}"/>
          </ac:picMkLst>
        </pc:picChg>
        <pc:picChg chg="del">
          <ac:chgData name="Manuela Zuluaga" userId="e254a48133e924e1" providerId="LiveId" clId="{0CC94F46-11D4-4B39-AFBD-34456FD5C7BD}" dt="2026-07-31T12:38:44.489" v="205" actId="478"/>
          <ac:picMkLst>
            <pc:docMk/>
            <pc:sldMk cId="1569210580" sldId="308"/>
            <ac:picMk id="7" creationId="{AFB68568-0B51-2A8D-9115-2FE2452A916A}"/>
          </ac:picMkLst>
        </pc:picChg>
        <pc:picChg chg="add">
          <ac:chgData name="Manuela Zuluaga" userId="e254a48133e924e1" providerId="LiveId" clId="{0CC94F46-11D4-4B39-AFBD-34456FD5C7BD}" dt="2026-07-31T13:43:57.173" v="731" actId="22"/>
          <ac:picMkLst>
            <pc:docMk/>
            <pc:sldMk cId="1569210580" sldId="308"/>
            <ac:picMk id="9" creationId="{F8F96CF6-E28E-05BD-921E-0D067B6B5120}"/>
          </ac:picMkLst>
        </pc:picChg>
      </pc:sldChg>
      <pc:sldChg chg="delSp modSp add del mod">
        <pc:chgData name="Manuela Zuluaga" userId="e254a48133e924e1" providerId="LiveId" clId="{0CC94F46-11D4-4B39-AFBD-34456FD5C7BD}" dt="2026-07-31T12:56:33.362" v="304" actId="2696"/>
        <pc:sldMkLst>
          <pc:docMk/>
          <pc:sldMk cId="2003585982" sldId="309"/>
        </pc:sldMkLst>
        <pc:spChg chg="mod">
          <ac:chgData name="Manuela Zuluaga" userId="e254a48133e924e1" providerId="LiveId" clId="{0CC94F46-11D4-4B39-AFBD-34456FD5C7BD}" dt="2026-07-31T12:55:13.292" v="295" actId="20577"/>
          <ac:spMkLst>
            <pc:docMk/>
            <pc:sldMk cId="2003585982" sldId="309"/>
            <ac:spMk id="4" creationId="{C461055D-E537-00CD-1FD5-3D7391170908}"/>
          </ac:spMkLst>
        </pc:spChg>
        <pc:picChg chg="del">
          <ac:chgData name="Manuela Zuluaga" userId="e254a48133e924e1" providerId="LiveId" clId="{0CC94F46-11D4-4B39-AFBD-34456FD5C7BD}" dt="2026-07-31T12:55:08.043" v="280" actId="478"/>
          <ac:picMkLst>
            <pc:docMk/>
            <pc:sldMk cId="2003585982" sldId="309"/>
            <ac:picMk id="10" creationId="{DAFF2EAD-3B09-B8B0-9BAA-DF653D98E0F6}"/>
          </ac:picMkLst>
        </pc:picChg>
      </pc:sldChg>
      <pc:sldChg chg="addSp delSp modSp add mod ord">
        <pc:chgData name="Manuela Zuluaga" userId="e254a48133e924e1" providerId="LiveId" clId="{0CC94F46-11D4-4B39-AFBD-34456FD5C7BD}" dt="2026-07-31T14:11:34.186" v="778" actId="14100"/>
        <pc:sldMkLst>
          <pc:docMk/>
          <pc:sldMk cId="2339491112" sldId="309"/>
        </pc:sldMkLst>
        <pc:spChg chg="mod">
          <ac:chgData name="Manuela Zuluaga" userId="e254a48133e924e1" providerId="LiveId" clId="{0CC94F46-11D4-4B39-AFBD-34456FD5C7BD}" dt="2026-07-31T13:02:13.111" v="344" actId="20577"/>
          <ac:spMkLst>
            <pc:docMk/>
            <pc:sldMk cId="2339491112" sldId="309"/>
            <ac:spMk id="8" creationId="{D83EA0B6-2AA6-8A11-69F0-CBDBBBC2F89A}"/>
          </ac:spMkLst>
        </pc:spChg>
        <pc:picChg chg="del">
          <ac:chgData name="Manuela Zuluaga" userId="e254a48133e924e1" providerId="LiveId" clId="{0CC94F46-11D4-4B39-AFBD-34456FD5C7BD}" dt="2026-07-31T13:03:28.788" v="347" actId="478"/>
          <ac:picMkLst>
            <pc:docMk/>
            <pc:sldMk cId="2339491112" sldId="309"/>
            <ac:picMk id="5" creationId="{A62B7132-1BF9-3EE7-804F-D2261FFCE56A}"/>
          </ac:picMkLst>
        </pc:picChg>
        <pc:picChg chg="add mod">
          <ac:chgData name="Manuela Zuluaga" userId="e254a48133e924e1" providerId="LiveId" clId="{0CC94F46-11D4-4B39-AFBD-34456FD5C7BD}" dt="2026-07-31T14:11:34.186" v="778" actId="14100"/>
          <ac:picMkLst>
            <pc:docMk/>
            <pc:sldMk cId="2339491112" sldId="309"/>
            <ac:picMk id="7" creationId="{844131A6-4D30-FE2B-C702-7143FA13F5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31/07/2026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31/07/2026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31/07/2026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31/07/2026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31/07/2026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31/07/2026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31/07/2026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31/07/2026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31/07/2026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31/07/2026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19919" y="1084978"/>
            <a:ext cx="8299939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500" dirty="0">
                <a:solidFill>
                  <a:schemeClr val="accent1"/>
                </a:solidFill>
                <a:latin typeface="Ancizar Serif"/>
                <a:cs typeface="Ancizar Serif"/>
              </a:rPr>
              <a:t>Análisis de superficie: </a:t>
            </a:r>
            <a:r>
              <a:rPr lang="es-ES" sz="3500" dirty="0" err="1">
                <a:solidFill>
                  <a:schemeClr val="accent1"/>
                </a:solidFill>
                <a:latin typeface="Ancizar Serif"/>
                <a:cs typeface="Ancizar Serif"/>
              </a:rPr>
              <a:t>Kriging</a:t>
            </a:r>
            <a:r>
              <a:rPr lang="es-ES" sz="3500" dirty="0">
                <a:solidFill>
                  <a:schemeClr val="accent1"/>
                </a:solidFill>
                <a:latin typeface="Ancizar Serif"/>
                <a:cs typeface="Ancizar Serif"/>
              </a:rPr>
              <a:t> y Procesos Gaussianos para la ICU en Medellín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78804" y="2579512"/>
            <a:ext cx="5810117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2796649" y="2210180"/>
            <a:ext cx="354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Ancizar Sans"/>
                <a:cs typeface="Ancizar Sans"/>
              </a:rPr>
              <a:t>Manuela Zuluaga Sánchez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483228" y="2978954"/>
            <a:ext cx="6201268" cy="1102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Maestría en Medio Ambiente y Desarrollo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Análisis Geoespacial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Facultad de Minas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Medellín</a:t>
            </a:r>
          </a:p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2026-1S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FEBE-E251-ABD9-9617-A672C99E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A586214-D862-3276-A75F-4F7FDB0706F3}"/>
              </a:ext>
            </a:extLst>
          </p:cNvPr>
          <p:cNvSpPr txBox="1">
            <a:spLocks/>
          </p:cNvSpPr>
          <p:nvPr/>
        </p:nvSpPr>
        <p:spPr>
          <a:xfrm>
            <a:off x="817277" y="336614"/>
            <a:ext cx="3468612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Datos implementados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C836BE-A11F-AB67-E7CD-2D978F55C31D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9809F40-B60F-B8AC-7896-5784CFAB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5C68D0-BEBF-E26C-CB01-8382B15AC1B6}"/>
              </a:ext>
            </a:extLst>
          </p:cNvPr>
          <p:cNvSpPr txBox="1"/>
          <p:nvPr/>
        </p:nvSpPr>
        <p:spPr>
          <a:xfrm>
            <a:off x="5395255" y="880821"/>
            <a:ext cx="3067660" cy="17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800" dirty="0">
                <a:latin typeface="+mn-lt"/>
              </a:rPr>
              <a:t>23 Imágenes satelitales </a:t>
            </a:r>
          </a:p>
          <a:p>
            <a:pPr marL="0" indent="0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800" dirty="0">
                <a:latin typeface="+mn-lt"/>
              </a:rPr>
              <a:t>(2013 - 2016) :7.636 registros</a:t>
            </a:r>
          </a:p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800" dirty="0">
                <a:latin typeface="+mn-lt"/>
              </a:rPr>
              <a:t>Zona Urbana: 271 barrios</a:t>
            </a:r>
          </a:p>
          <a:p>
            <a:pPr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s-CO" sz="1800" dirty="0">
                <a:latin typeface="+mn-lt"/>
              </a:rPr>
              <a:t>Árboles activos: 234.824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04033F-A3CB-A547-0854-D3D0EEDA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85" y="875152"/>
            <a:ext cx="3740997" cy="36506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6277C3-EA22-C53F-1231-EE2EE791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84" y="1065554"/>
            <a:ext cx="3740998" cy="31513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D1C055-5224-F59D-0517-A189051F0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09" y="827419"/>
            <a:ext cx="3604148" cy="369834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64C4905-2F6E-AE6D-F88E-D2EBF7BD6343}"/>
              </a:ext>
            </a:extLst>
          </p:cNvPr>
          <p:cNvSpPr txBox="1"/>
          <p:nvPr/>
        </p:nvSpPr>
        <p:spPr>
          <a:xfrm>
            <a:off x="5395255" y="2814396"/>
            <a:ext cx="3549883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chemeClr val="accent5"/>
              </a:buClr>
              <a:buNone/>
            </a:pPr>
            <a:r>
              <a:rPr lang="es-CO" sz="1800" b="1" dirty="0">
                <a:latin typeface="+mn-lt"/>
              </a:rPr>
              <a:t>¿Cómo es la variación espacial de la temperatura y que efecto generan los árboles en su comportamiento?</a:t>
            </a:r>
          </a:p>
        </p:txBody>
      </p:sp>
    </p:spTree>
    <p:extLst>
      <p:ext uri="{BB962C8B-B14F-4D97-AF65-F5344CB8AC3E}">
        <p14:creationId xmlns:p14="http://schemas.microsoft.com/office/powerpoint/2010/main" val="240768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804F-8DEC-E459-F7D1-A36ED382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1978C2C-7E21-CCBD-D032-566EF9D0662E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Kriging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: Interpolación por proximidad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9111759-899C-54D7-EFE6-49E85CB7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EB0D30-915D-00F2-1329-84602008AEA1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ACBD93-F727-A93F-F74C-8BA94DDAC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325" y="422031"/>
            <a:ext cx="4161591" cy="41710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0750D27-4EF5-D49C-8A10-9B1A39984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8" y="3202997"/>
            <a:ext cx="4325510" cy="106721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66DF384-1461-6540-E9DE-2408C6BDDD42}"/>
              </a:ext>
            </a:extLst>
          </p:cNvPr>
          <p:cNvSpPr txBox="1"/>
          <p:nvPr/>
        </p:nvSpPr>
        <p:spPr>
          <a:xfrm>
            <a:off x="875561" y="1294172"/>
            <a:ext cx="33340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271 puntos creados</a:t>
            </a:r>
          </a:p>
          <a:p>
            <a:pPr algn="ctr"/>
            <a:r>
              <a:rPr lang="es-CO" dirty="0"/>
              <a:t>Cuadricula 1.000 puntos</a:t>
            </a:r>
          </a:p>
          <a:p>
            <a:pPr algn="ctr"/>
            <a:endParaRPr lang="es-CO" dirty="0"/>
          </a:p>
          <a:p>
            <a:pPr algn="ctr"/>
            <a:r>
              <a:rPr lang="es-CO" dirty="0"/>
              <a:t>Produce transiciones abruptas entre barrios</a:t>
            </a:r>
          </a:p>
        </p:txBody>
      </p:sp>
    </p:spTree>
    <p:extLst>
      <p:ext uri="{BB962C8B-B14F-4D97-AF65-F5344CB8AC3E}">
        <p14:creationId xmlns:p14="http://schemas.microsoft.com/office/powerpoint/2010/main" val="184951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E40F-9863-7587-A89A-3FA56807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8D724D-FF9F-94AE-5D58-3E9CF2C0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52E2BB-AAF2-DEAA-41C4-27CAB6860BE9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82B2E32-7ECA-6AAC-D71C-2D7C5D5AE357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Kriging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: IDW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5DEE893-110B-53DB-078B-E26C59591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3" y="1538171"/>
            <a:ext cx="8990214" cy="29548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5290F02-606F-2450-1738-8A71BB5287B2}"/>
              </a:ext>
            </a:extLst>
          </p:cNvPr>
          <p:cNvSpPr txBox="1"/>
          <p:nvPr/>
        </p:nvSpPr>
        <p:spPr>
          <a:xfrm>
            <a:off x="4860973" y="688289"/>
            <a:ext cx="445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Transiciones más graduales entre barrios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5FE34E0-508D-DDDF-B8EC-68557C16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949" y="1025844"/>
            <a:ext cx="3863675" cy="28196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E75F1C0-DA1E-DF02-EE4E-49BA34762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07" y="739773"/>
            <a:ext cx="3832466" cy="384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5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2C34D-A4C7-CA23-B576-A2AF58E8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5A2637F-937A-D5E6-14B1-58B996CA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A54C26-1D25-5974-D1A3-E9B8B3B3F2EB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F03836D-76E9-4967-48D5-C7D5671689F6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2723024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Kriging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: Delaunay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50C254-FAF7-5DA2-F1A3-07115A258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32" y="777173"/>
            <a:ext cx="4221480" cy="38161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1827580-6997-9EB1-3359-0653B2920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1" y="601811"/>
            <a:ext cx="4297680" cy="391912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85292C9-F467-5656-9ECF-BEBDDC4CEC32}"/>
              </a:ext>
            </a:extLst>
          </p:cNvPr>
          <p:cNvSpPr txBox="1"/>
          <p:nvPr/>
        </p:nvSpPr>
        <p:spPr>
          <a:xfrm>
            <a:off x="893298" y="1097280"/>
            <a:ext cx="62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C19A594-5985-D4A7-6574-D175519B3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767717"/>
            <a:ext cx="3680779" cy="5867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AC3793B-9D62-8DC4-1037-FDFFCCFBD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667" y="3466645"/>
            <a:ext cx="4610500" cy="2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5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86B41-95A4-2347-5921-DA9B73A0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03281F0-6BBD-0167-25E1-009C74870335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Kriging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: 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Variograma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experimental y modelos ajustados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799B638-10C8-740F-EFB6-C3AF6072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E8F564-CF25-4CD7-3569-676BFA33669F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DFF911-C4C9-14C6-1508-58FF26B31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194" y="721621"/>
            <a:ext cx="6471704" cy="385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0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A99D-9440-B10C-F555-4A7C5075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0C3F5D3-E5FC-0BF5-BB3F-3BFEB8AB0974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Kriging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: Mapas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8578DBF-BF06-15A1-13F5-2C71A3E3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7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B5CF9B-5831-6D55-15A6-482DBAE362ED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DC558B-F4FA-DC1A-E4E8-90F314778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80" y="830754"/>
            <a:ext cx="4441546" cy="372014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AFA23A-820F-A93D-9E34-3F1852D3D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745" y="975950"/>
            <a:ext cx="4272255" cy="357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9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C633-EF59-7E72-B4D2-724370D0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7217550-A719-D564-1C29-EAC8E4DD60DC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Procesos Gaussianos: Matriz de Covarianza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0961EE8-4082-CFB1-77A6-0308F87E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E492BF-E0D2-2C07-9167-BE62288FF1DF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7B386A-630B-0C7C-6073-787CA460C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2" y="720475"/>
            <a:ext cx="4376498" cy="39719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335E5F8-D614-7F43-E797-65C149538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064" y="696736"/>
            <a:ext cx="4376497" cy="397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3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AF2A-85E4-85B0-AD77-92538DA1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AC27E35-35E0-60CC-66B0-0C21C809A526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Procesos Gaussianos: Prior y posterior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3687FCE-37A8-5764-A4F4-F722F400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D39683-1006-849A-1517-6B676286004C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3EDABE-4AFD-0EDB-2DF0-C450F863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56" y="740236"/>
            <a:ext cx="5965901" cy="195685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3AA309A-EA3C-209E-1DC5-1B60B846E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55" y="2573021"/>
            <a:ext cx="5965901" cy="19568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F7F17D0-2AA1-3B06-5989-A90AC7A0E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900" y="2102828"/>
            <a:ext cx="2660814" cy="92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89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A621-6519-89B6-4BEB-46BF39BC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329C862-5765-1C0B-6459-118B06EC2171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Procesos Gaussianos: Prior y posterior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2C651A4-489C-4926-F57A-F219DF5D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A04AE7-4870-2C22-4D93-3C214AF891E3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BEFDBF-E351-4959-1B6F-0A171EDC1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79221"/>
            <a:ext cx="6203852" cy="20349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47770E-5ADC-9130-2539-62DE12974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" y="2582034"/>
            <a:ext cx="6161649" cy="20210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E0278C-9DA6-106C-0FE8-80E79B2B1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55" y="2167973"/>
            <a:ext cx="2722389" cy="78698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820B3E3-E60F-9C16-C3B4-2657616213B9}"/>
              </a:ext>
            </a:extLst>
          </p:cNvPr>
          <p:cNvSpPr txBox="1"/>
          <p:nvPr/>
        </p:nvSpPr>
        <p:spPr>
          <a:xfrm>
            <a:off x="6646985" y="3407899"/>
            <a:ext cx="232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Captura el ruido local</a:t>
            </a:r>
          </a:p>
        </p:txBody>
      </p:sp>
    </p:spTree>
    <p:extLst>
      <p:ext uri="{BB962C8B-B14F-4D97-AF65-F5344CB8AC3E}">
        <p14:creationId xmlns:p14="http://schemas.microsoft.com/office/powerpoint/2010/main" val="67331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D159-B740-4902-7764-32E5CF64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B9F15B4-4B44-162F-39B7-861B980B6A47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2A578B-FF36-C10F-77AD-B2145E37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152354-F500-E2CE-1276-1F1F4BE05EE2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83EA0B6-2AA6-8A11-69F0-CBDBBBC2F89A}"/>
              </a:ext>
            </a:extLst>
          </p:cNvPr>
          <p:cNvSpPr txBox="1">
            <a:spLocks/>
          </p:cNvSpPr>
          <p:nvPr/>
        </p:nvSpPr>
        <p:spPr>
          <a:xfrm>
            <a:off x="301256" y="260140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Residuales del modelo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44131A6-4D30-FE2B-C702-7143FA13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32" y="797019"/>
            <a:ext cx="6478460" cy="386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91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413A-222D-6D96-7B47-0952FAAA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88050E4-77D6-5D90-C3AF-CEBAD67D134D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Procesos Gaussianos: 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Kernel</a:t>
            </a:r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RBF + Ruido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88BCC8-9AF1-5678-006B-B517A1B5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5B29EB-0AB9-E603-48D5-A32F92F30462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2AB01B-B79C-8F00-8E4B-144A73B02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593"/>
            <a:ext cx="9144000" cy="341784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229DC84-4FD1-E536-D473-E22F068177C3}"/>
              </a:ext>
            </a:extLst>
          </p:cNvPr>
          <p:cNvSpPr txBox="1"/>
          <p:nvPr/>
        </p:nvSpPr>
        <p:spPr>
          <a:xfrm>
            <a:off x="1470074" y="4271439"/>
            <a:ext cx="62038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500" dirty="0"/>
              <a:t>Captura la estructura espacial suave (RBF) y la variabilidad local (ruido)</a:t>
            </a:r>
          </a:p>
        </p:txBody>
      </p:sp>
    </p:spTree>
    <p:extLst>
      <p:ext uri="{BB962C8B-B14F-4D97-AF65-F5344CB8AC3E}">
        <p14:creationId xmlns:p14="http://schemas.microsoft.com/office/powerpoint/2010/main" val="318777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0EC0-8355-2F15-E2B1-F2269A4B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32B1298-9D50-8018-FB2F-E314E81C34D8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EA80C9-D74A-0C36-5B90-5CF0B054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6CDCCC-5E86-C15E-A551-AF0A855DDEA5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E122A9-D0A9-82C7-202D-C2143F673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" y="802210"/>
            <a:ext cx="9087729" cy="374515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DAD51B3-0C0A-6A6C-BFA3-9FB6A7EB2ACA}"/>
              </a:ext>
            </a:extLst>
          </p:cNvPr>
          <p:cNvSpPr txBox="1">
            <a:spLocks/>
          </p:cNvSpPr>
          <p:nvPr/>
        </p:nvSpPr>
        <p:spPr>
          <a:xfrm>
            <a:off x="301256" y="260140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Comparación GP vs </a:t>
            </a:r>
            <a:r>
              <a:rPr lang="es-ES" sz="2200" dirty="0" err="1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Kriging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6132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0EFF-81E4-DAB8-D566-A12F3B54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8902F54-6AD7-1FC3-DCDC-1C884B0C6860}"/>
              </a:ext>
            </a:extLst>
          </p:cNvPr>
          <p:cNvSpPr txBox="1">
            <a:spLocks/>
          </p:cNvSpPr>
          <p:nvPr/>
        </p:nvSpPr>
        <p:spPr>
          <a:xfrm>
            <a:off x="477376" y="310707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Conclusiones</a:t>
            </a:r>
            <a:endParaRPr lang="es-ES" sz="2200" dirty="0">
              <a:solidFill>
                <a:schemeClr val="accent1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DC2CF66-30B6-4693-7CAA-AC4B3F9F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0B3F06-F499-5610-98F0-FBCD1204BFB7}"/>
              </a:ext>
            </a:extLst>
          </p:cNvPr>
          <p:cNvSpPr txBox="1"/>
          <p:nvPr/>
        </p:nvSpPr>
        <p:spPr>
          <a:xfrm>
            <a:off x="252046" y="4692454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2026-S1</a:t>
            </a:r>
          </a:p>
          <a:p>
            <a:r>
              <a:rPr lang="es-CO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Facultad de Minas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FAF0D5-D768-D7AB-8230-EF34C7217BAC}"/>
              </a:ext>
            </a:extLst>
          </p:cNvPr>
          <p:cNvSpPr txBox="1"/>
          <p:nvPr/>
        </p:nvSpPr>
        <p:spPr>
          <a:xfrm>
            <a:off x="745587" y="1417588"/>
            <a:ext cx="75262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/>
              <a:t>El centro de Medellín es significativamente más cálido que la periferia.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O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/>
              <a:t>El </a:t>
            </a:r>
            <a:r>
              <a:rPr lang="es-CO" dirty="0" err="1"/>
              <a:t>Kriging</a:t>
            </a:r>
            <a:r>
              <a:rPr lang="es-CO" dirty="0"/>
              <a:t> y los proceso gaussianos presentan resultados similares y consistentes, pero estos últimos presentan más flexibilidad.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O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/>
              <a:t>Los procesos gaussianos permiten incluir covariables como la densidad de árboles.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83212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2594</TotalTime>
  <Words>299</Words>
  <Application>Microsoft Office PowerPoint</Application>
  <PresentationFormat>Presentación en pantalla (16:9)</PresentationFormat>
  <Paragraphs>82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Manuela Zuluaga</cp:lastModifiedBy>
  <cp:revision>18</cp:revision>
  <dcterms:created xsi:type="dcterms:W3CDTF">2024-06-25T17:03:54Z</dcterms:created>
  <dcterms:modified xsi:type="dcterms:W3CDTF">2026-07-31T14:24:32Z</dcterms:modified>
</cp:coreProperties>
</file>